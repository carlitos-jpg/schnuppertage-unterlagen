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22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8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Layouts/slideLayout87.xml" ContentType="application/vnd.openxmlformats-officedocument.presentationml.slideLayout+xml"/>
  <Override PartName="/ppt/slideLayouts/slideLayout86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85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32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5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ppt/slideLayouts/slideLayout6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6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83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tableStyles.xml" ContentType="application/vnd.openxmlformats-officedocument.presentationml.tableStyles+xml"/>
  <Override PartName="/ppt/slideLayouts/slideLayout99.xml" ContentType="application/vnd.openxmlformats-officedocument.presentationml.slideLayout+xml"/>
  <Override PartName="/ppt/slideLayouts/slideLayout34.xml" ContentType="application/vnd.openxmlformats-officedocument.presentationml.slideLayout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Layouts/slideLayout57.xml" ContentType="application/vnd.openxmlformats-officedocument.presentationml.slideLayout+xml"/>
  <Override PartName="/ppt/slides/slide6.xml" ContentType="application/vnd.openxmlformats-officedocument.presentationml.slide+xml"/>
  <Override PartName="/customXml/itemProps3.xml" ContentType="application/vnd.openxmlformats-officedocument.customXmlProperties+xml"/>
  <Override PartName="/ppt/notesSlides/notesSlide21.xml" ContentType="application/vnd.openxmlformats-officedocument.presentationml.notes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Layouts/slideLayout8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Layouts/slideLayout9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9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2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4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7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44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4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64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4"/>
    <p:sldMasterId id="2147483701" r:id="rId5"/>
  </p:sldMasterIdLst>
  <p:notesMasterIdLst>
    <p:notesMasterId r:id="rId3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144000" cy="5143500" type="screen16x9"/>
  <p:notesSz cx="6724650" cy="9874250"/>
  <p:custDataLst>
    <p:custData r:id="rId1"/>
    <p:custData r:id="rId2"/>
    <p:custData r:id="rId3"/>
  </p:custDataLst>
  <p:defaultTextStyle>
    <a:defPPr>
      <a:defRPr lang="de-CH"/>
    </a:defPPr>
    <a:lvl1pPr algn="l" rtl="0">
      <a:spcBef>
        <a:spcPts val="0"/>
      </a:spcBef>
      <a:spcAft>
        <a:spcPts val="0"/>
      </a:spcAft>
      <a:defRPr sz="1800">
        <a:solidFill>
          <a:schemeClr val="tx1"/>
        </a:solidFill>
        <a:latin typeface="Times"/>
        <a:ea typeface="+mn-ea"/>
        <a:cs typeface="+mn-cs"/>
      </a:defRPr>
    </a:lvl1pPr>
    <a:lvl2pPr marL="342900" algn="l" rtl="0">
      <a:spcBef>
        <a:spcPts val="0"/>
      </a:spcBef>
      <a:spcAft>
        <a:spcPts val="0"/>
      </a:spcAft>
      <a:defRPr sz="1800">
        <a:solidFill>
          <a:schemeClr val="tx1"/>
        </a:solidFill>
        <a:latin typeface="Times"/>
        <a:ea typeface="+mn-ea"/>
        <a:cs typeface="+mn-cs"/>
      </a:defRPr>
    </a:lvl2pPr>
    <a:lvl3pPr marL="685800" algn="l" rtl="0">
      <a:spcBef>
        <a:spcPts val="0"/>
      </a:spcBef>
      <a:spcAft>
        <a:spcPts val="0"/>
      </a:spcAft>
      <a:defRPr sz="1800">
        <a:solidFill>
          <a:schemeClr val="tx1"/>
        </a:solidFill>
        <a:latin typeface="Times"/>
        <a:ea typeface="+mn-ea"/>
        <a:cs typeface="+mn-cs"/>
      </a:defRPr>
    </a:lvl3pPr>
    <a:lvl4pPr marL="1028700" algn="l" rtl="0">
      <a:spcBef>
        <a:spcPts val="0"/>
      </a:spcBef>
      <a:spcAft>
        <a:spcPts val="0"/>
      </a:spcAft>
      <a:defRPr sz="1800">
        <a:solidFill>
          <a:schemeClr val="tx1"/>
        </a:solidFill>
        <a:latin typeface="Times"/>
        <a:ea typeface="+mn-ea"/>
        <a:cs typeface="+mn-cs"/>
      </a:defRPr>
    </a:lvl4pPr>
    <a:lvl5pPr marL="1371600" algn="l" rtl="0">
      <a:spcBef>
        <a:spcPts val="0"/>
      </a:spcBef>
      <a:spcAft>
        <a:spcPts val="0"/>
      </a:spcAft>
      <a:defRPr sz="1800">
        <a:solidFill>
          <a:schemeClr val="tx1"/>
        </a:solidFill>
        <a:latin typeface="Times"/>
        <a:ea typeface="+mn-ea"/>
        <a:cs typeface="+mn-cs"/>
      </a:defRPr>
    </a:lvl5pPr>
    <a:lvl6pPr marL="1714500" algn="l" defTabSz="685800" rtl="0">
      <a:defRPr sz="1800">
        <a:solidFill>
          <a:schemeClr val="tx1"/>
        </a:solidFill>
        <a:latin typeface="Times"/>
        <a:ea typeface="+mn-ea"/>
        <a:cs typeface="+mn-cs"/>
      </a:defRPr>
    </a:lvl6pPr>
    <a:lvl7pPr marL="2057400" algn="l" defTabSz="685800" rtl="0">
      <a:defRPr sz="1800">
        <a:solidFill>
          <a:schemeClr val="tx1"/>
        </a:solidFill>
        <a:latin typeface="Times"/>
        <a:ea typeface="+mn-ea"/>
        <a:cs typeface="+mn-cs"/>
      </a:defRPr>
    </a:lvl7pPr>
    <a:lvl8pPr marL="2400300" algn="l" defTabSz="685800" rtl="0">
      <a:defRPr sz="1800">
        <a:solidFill>
          <a:schemeClr val="tx1"/>
        </a:solidFill>
        <a:latin typeface="Times"/>
        <a:ea typeface="+mn-ea"/>
        <a:cs typeface="+mn-cs"/>
      </a:defRPr>
    </a:lvl8pPr>
    <a:lvl9pPr marL="2743200" algn="l" defTabSz="685800" rtl="0">
      <a:defRPr sz="1800">
        <a:solidFill>
          <a:schemeClr val="tx1"/>
        </a:solidFill>
        <a:latin typeface="Times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72" d="100"/>
          <a:sy n="72" d="100"/>
        </p:scale>
        <p:origin x="1680" y="792"/>
      </p:cViewPr>
      <p:guideLst>
        <p:guide pos="2880"/>
        <p:guide pos="1620" orient="horz"/>
      </p:guideLst>
    </p:cSldViewPr>
  </p:slideViewPr>
  <p:gridSpacing cx="36004" cy="36004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theme" Target="theme/theme1.xml"/><Relationship Id="rId7" Type="http://schemas.openxmlformats.org/officeDocument/2006/relationships/theme" Target="theme/theme2.xml"/><Relationship Id="rId8" Type="http://schemas.openxmlformats.org/officeDocument/2006/relationships/theme" Target="theme/them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995148" name="Rectangle 2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1" y="0"/>
            <a:ext cx="2914539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267961701" name="Rectangle 3"/>
          <p:cNvSpPr>
            <a:spLocks noChangeArrowheads="1" noGrp="1"/>
          </p:cNvSpPr>
          <p:nvPr>
            <p:ph type="dt" idx="1"/>
          </p:nvPr>
        </p:nvSpPr>
        <p:spPr bwMode="auto">
          <a:xfrm>
            <a:off x="3810112" y="0"/>
            <a:ext cx="29145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/>
          </a:bodyPr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053910334" name="Rectangle 4"/>
          <p:cNvSpPr>
            <a:spLocks noChangeArrowheads="1" noChangeAspect="1" noGrp="1" noRot="1" noTextEdit="1"/>
          </p:cNvSpPr>
          <p:nvPr>
            <p:ph type="sldImg" idx="2"/>
          </p:nvPr>
        </p:nvSpPr>
        <p:spPr bwMode="auto">
          <a:xfrm>
            <a:off x="73025" y="741363"/>
            <a:ext cx="657860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1950971" name="Rectangle 5"/>
          <p:cNvSpPr>
            <a:spLocks noChangeArrowheads="1" noGrp="1"/>
          </p:cNvSpPr>
          <p:nvPr>
            <p:ph type="body" sz="quarter" idx="3"/>
          </p:nvPr>
        </p:nvSpPr>
        <p:spPr bwMode="auto">
          <a:xfrm>
            <a:off x="838900" y="4690269"/>
            <a:ext cx="5570290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CH"/>
              <a:t>Mastertextformat bearbeiten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487365956" name="Rectangle 6"/>
          <p:cNvSpPr>
            <a:spLocks noChangeArrowheads="1" noGrp="1"/>
          </p:cNvSpPr>
          <p:nvPr>
            <p:ph type="ftr" sz="quarter" idx="4"/>
          </p:nvPr>
        </p:nvSpPr>
        <p:spPr bwMode="auto">
          <a:xfrm>
            <a:off x="1" y="9380537"/>
            <a:ext cx="2914539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b" anchorCtr="0" compatLnSpc="1">
            <a:prstTxWarp prst="textNoShape"/>
          </a:bodyPr>
          <a:lstStyle>
            <a:lvl1pPr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08452947" name="Rectangle 7"/>
          <p:cNvSpPr>
            <a:spLocks noChangeArrowheads="1" noGrp="1"/>
          </p:cNvSpPr>
          <p:nvPr>
            <p:ph type="sldNum" sz="quarter" idx="5"/>
          </p:nvPr>
        </p:nvSpPr>
        <p:spPr bwMode="auto">
          <a:xfrm>
            <a:off x="3810112" y="9380537"/>
            <a:ext cx="29145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82" tIns="45441" rIns="90882" bIns="45441" numCol="1" anchor="b" anchorCtr="0" compatLnSpc="1">
            <a:prstTxWarp prst="textNoShape"/>
          </a:bodyPr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FF9673C1-B10B-4A71-96FC-7B6CB81AABD2}" type="slidenum">
              <a:rPr lang="de-CH"/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050">
        <a:solidFill>
          <a:schemeClr val="tx1"/>
        </a:solidFill>
        <a:latin typeface="Arial"/>
        <a:ea typeface="+mn-ea"/>
        <a:cs typeface="Arial"/>
      </a:defRPr>
    </a:lvl1pPr>
    <a:lvl2pPr marL="342900" algn="l" rtl="0">
      <a:spcBef>
        <a:spcPts val="0"/>
      </a:spcBef>
      <a:spcAft>
        <a:spcPts val="0"/>
      </a:spcAft>
      <a:defRPr sz="1050">
        <a:solidFill>
          <a:schemeClr val="tx1"/>
        </a:solidFill>
        <a:latin typeface="Arial"/>
        <a:ea typeface="+mn-ea"/>
        <a:cs typeface="Arial"/>
      </a:defRPr>
    </a:lvl2pPr>
    <a:lvl3pPr marL="685800" algn="l" rtl="0">
      <a:spcBef>
        <a:spcPts val="0"/>
      </a:spcBef>
      <a:spcAft>
        <a:spcPts val="0"/>
      </a:spcAft>
      <a:defRPr sz="1050">
        <a:solidFill>
          <a:schemeClr val="tx1"/>
        </a:solidFill>
        <a:latin typeface="Arial"/>
        <a:ea typeface="+mn-ea"/>
        <a:cs typeface="Arial"/>
      </a:defRPr>
    </a:lvl3pPr>
    <a:lvl4pPr marL="1028700" algn="l" rtl="0">
      <a:spcBef>
        <a:spcPts val="0"/>
      </a:spcBef>
      <a:spcAft>
        <a:spcPts val="0"/>
      </a:spcAft>
      <a:defRPr sz="1050">
        <a:solidFill>
          <a:schemeClr val="tx1"/>
        </a:solidFill>
        <a:latin typeface="Arial"/>
        <a:ea typeface="+mn-ea"/>
        <a:cs typeface="Arial"/>
      </a:defRPr>
    </a:lvl4pPr>
    <a:lvl5pPr marL="1371600" algn="l" rtl="0">
      <a:spcBef>
        <a:spcPts val="0"/>
      </a:spcBef>
      <a:spcAft>
        <a:spcPts val="0"/>
      </a:spcAft>
      <a:defRPr sz="1050">
        <a:solidFill>
          <a:schemeClr val="tx1"/>
        </a:solidFill>
        <a:latin typeface="Arial"/>
        <a:ea typeface="+mn-ea"/>
        <a:cs typeface="Arial"/>
      </a:defRPr>
    </a:lvl5pPr>
    <a:lvl6pPr marL="17145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>
      <a:defRPr sz="9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2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230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568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7B0AEE-830B-250F-6954-EE75CEA241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869698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771164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Beginn mit Projektmanagement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45619829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2</a:t>
            </a:fld>
            <a:endParaRPr lang="de-C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244533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562023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Geht um die Planung und die Umsetzung eines Projektes. Je besser man plant, desto einfacher und besser wird das Projekt verlaufen. 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050" b="0" i="0" u="none" strike="noStrike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W-Fragen können gestellt werden: 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 muss gemacht werden?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 macht was?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Wie machen wir es?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 machen wir es?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Wieviel kostet es?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Warum wollen wir es machen</a:t>
            </a:r>
            <a:endParaRPr lang="de-CH"/>
          </a:p>
          <a:p>
            <a:pPr>
              <a:defRPr/>
            </a:pPr>
            <a:endParaRPr lang="de-CH"/>
          </a:p>
          <a:p>
            <a:pPr>
              <a:defRPr/>
            </a:pPr>
            <a:endParaRPr lang="de-DE"/>
          </a:p>
        </p:txBody>
      </p:sp>
      <p:sp>
        <p:nvSpPr>
          <p:cNvPr id="168808530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3</a:t>
            </a:fld>
            <a:endParaRPr lang="de-C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002667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444507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Zielgruppe definieren, um richtige Personengruppe ansprechen zu können. 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Dabei hilft die Zielgruppeanalyse damit mit den entsprechenden Kommunikationsmitteln geworben wird -&gt; damit so wenig Personen wie möglich erreicht werden, die kein Interesse am Produkt haben</a:t>
            </a:r>
            <a:endParaRPr lang="de-CH"/>
          </a:p>
          <a:p>
            <a:pPr>
              <a:defRPr/>
            </a:pPr>
            <a:endParaRPr lang="de-CH"/>
          </a:p>
          <a:p>
            <a:pPr>
              <a:defRPr/>
            </a:pPr>
            <a:endParaRPr lang="de-DE"/>
          </a:p>
        </p:txBody>
      </p:sp>
      <p:sp>
        <p:nvSpPr>
          <p:cNvPr id="1283643527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4</a:t>
            </a:fld>
            <a:endParaRPr lang="de-C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8374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91510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Zielgruppenanalyse hilft bei Auswahl von Kommunikationsmitteln.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1050" b="0" i="0" u="none" strike="noStrike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Auf diese Dinge sollte geachtet werden. </a:t>
            </a:r>
            <a:endParaRPr lang="de-CH"/>
          </a:p>
        </p:txBody>
      </p:sp>
      <p:sp>
        <p:nvSpPr>
          <p:cNvPr id="1203139513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5</a:t>
            </a:fld>
            <a:endParaRPr lang="de-C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82643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66716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Beispiel:  Apple </a:t>
            </a:r>
            <a:r>
              <a:rPr lang="de-CH"/>
              <a:t>Airpods</a:t>
            </a:r>
            <a:endParaRPr lang="de-CH"/>
          </a:p>
          <a:p>
            <a:pPr>
              <a:defRPr/>
            </a:pPr>
            <a:endParaRPr lang="de-DE"/>
          </a:p>
        </p:txBody>
      </p:sp>
      <p:sp>
        <p:nvSpPr>
          <p:cNvPr id="1196803362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6</a:t>
            </a:fld>
            <a:endParaRPr lang="de-C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237911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7786487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Überarbeiten!!!!!!</a:t>
            </a:r>
            <a:endParaRPr/>
          </a:p>
        </p:txBody>
      </p:sp>
      <p:sp>
        <p:nvSpPr>
          <p:cNvPr id="812522680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7</a:t>
            </a:fld>
            <a:endParaRPr lang="de-C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857907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8262079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Beispiel, wie eine Person dieser Zielgruppe aussieht und was sie macht. 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399488885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9</a:t>
            </a:fld>
            <a:endParaRPr lang="de-C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79436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5950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Zeitplan erklären </a:t>
            </a:r>
            <a:endParaRPr/>
          </a:p>
          <a:p>
            <a:pPr marL="171450" marR="0" lvl="0" indent="-1714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de-CH"/>
              <a:t>Wie</a:t>
            </a:r>
            <a:endParaRPr/>
          </a:p>
          <a:p>
            <a:pPr marL="171450" marR="0" lvl="0" indent="-1714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de-CH"/>
              <a:t>Was</a:t>
            </a:r>
            <a:endParaRPr/>
          </a:p>
          <a:p>
            <a:pPr marL="171450" marR="0" lvl="0" indent="-17145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de-CH"/>
              <a:t>wofür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107548449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8</a:t>
            </a:fld>
            <a:endParaRPr lang="de-C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868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9970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8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EE6249-BC46-EEB9-AD01-BF0BFDBCB1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80118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911280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Dein erster Auftrag:</a:t>
            </a:r>
            <a:endParaRPr/>
          </a:p>
          <a:p>
            <a:pPr>
              <a:defRPr/>
            </a:pPr>
            <a:r>
              <a:rPr lang="de-DE"/>
              <a:t>	erstelle ein Zeitplan für die nächsten zwei Tagen</a:t>
            </a:r>
            <a:endParaRPr/>
          </a:p>
          <a:p>
            <a:pPr>
              <a:defRPr/>
            </a:pPr>
            <a:r>
              <a:rPr lang="de-DE"/>
              <a:t>	definiere deine Zielgruppe </a:t>
            </a:r>
            <a:endParaRPr/>
          </a:p>
          <a:p>
            <a:pPr>
              <a:defRPr/>
            </a:pPr>
            <a:r>
              <a:rPr lang="de-DE"/>
              <a:t>	erstelle ein passendes Persona dazu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Nutze dabei die Vorlagen im Dossier und das Dossier allgemein als Hilfsmittel.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Jederzeit uns Fragen.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---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Feedback einzeln: Wie seid ihr vorgegangen? Habt ihr Puffer miteingerechnet (Zeitplan)?</a:t>
            </a:r>
            <a:endParaRPr lang="de-CH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498055198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11</a:t>
            </a:fld>
            <a:endParaRPr lang="de-C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497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458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51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6ACBAD-4596-A06E-6A79-5580E3B4D8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199987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96661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Wofür soll die Marke stehen?</a:t>
            </a:r>
            <a:endParaRPr/>
          </a:p>
          <a:p>
            <a:pPr>
              <a:defRPr/>
            </a:pPr>
            <a:r>
              <a:rPr lang="de-DE"/>
              <a:t>Die Marke soll einzigartig sein und sich von der Konkurrenz abheben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Das Logo soll die Marke repräsentieren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Es soll simpel sein hohe Wiedererkennbarkeit haben und zur Marke passend sein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2004676465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13</a:t>
            </a:fld>
            <a:endParaRPr lang="de-CH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48817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990751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Die </a:t>
            </a:r>
            <a:r>
              <a:rPr lang="de-CH"/>
              <a:t>Steps</a:t>
            </a:r>
            <a:r>
              <a:rPr lang="de-CH"/>
              <a:t>,</a:t>
            </a:r>
            <a:r>
              <a:rPr lang="de-CH"/>
              <a:t> um ein Logo zu erstellen</a:t>
            </a:r>
            <a:endParaRPr/>
          </a:p>
          <a:p>
            <a:pPr marL="171450" indent="-171450">
              <a:buFontTx/>
              <a:buChar char="-"/>
              <a:defRPr/>
            </a:pPr>
            <a:r>
              <a:rPr lang="de-CH"/>
              <a:t>Überlegen, was die Marke ausmacht</a:t>
            </a:r>
            <a:endParaRPr/>
          </a:p>
          <a:p>
            <a:pPr marL="171450" indent="-171450">
              <a:buFontTx/>
              <a:buChar char="-"/>
              <a:defRPr/>
            </a:pPr>
            <a:r>
              <a:rPr lang="de-CH"/>
              <a:t>Inspiration finden, mit Moodboard =&gt; Schriften, Farben, </a:t>
            </a:r>
            <a:r>
              <a:rPr lang="de-CH"/>
              <a:t>Inspo</a:t>
            </a:r>
            <a:r>
              <a:rPr lang="de-CH"/>
              <a:t> von anderen Marken</a:t>
            </a:r>
            <a:endParaRPr/>
          </a:p>
          <a:p>
            <a:pPr marL="171450" indent="-171450">
              <a:buFontTx/>
              <a:buChar char="-"/>
              <a:defRPr/>
            </a:pPr>
            <a:r>
              <a:rPr lang="de-CH"/>
              <a:t>Dann Brainstorming mit verschiedenen Ideen, dann möglichst viele und auch schlechte um zu sehen, welche nicht </a:t>
            </a:r>
            <a:r>
              <a:rPr lang="de-CH"/>
              <a:t>passsen</a:t>
            </a:r>
            <a:endParaRPr lang="de-CH"/>
          </a:p>
          <a:p>
            <a:pPr marL="171450" indent="-171450">
              <a:buFontTx/>
              <a:buChar char="-"/>
              <a:defRPr/>
            </a:pPr>
            <a:r>
              <a:rPr lang="de-CH"/>
              <a:t>Dann entscheiden, welche Skizze am besten widerspiegelt</a:t>
            </a:r>
            <a:endParaRPr/>
          </a:p>
          <a:p>
            <a:pPr marL="171450" indent="-171450">
              <a:buFontTx/>
              <a:buChar char="-"/>
              <a:defRPr/>
            </a:pPr>
            <a:r>
              <a:rPr lang="de-CH"/>
              <a:t>Diese Variante setzt man an digital um, zum Beispiel in Adobe Illustrator</a:t>
            </a:r>
            <a:endParaRPr/>
          </a:p>
          <a:p>
            <a:pPr>
              <a:defRPr/>
            </a:pPr>
            <a:endParaRPr lang="de-CH"/>
          </a:p>
          <a:p>
            <a:pPr>
              <a:defRPr/>
            </a:pPr>
            <a:r>
              <a:rPr lang="de-CH"/>
              <a:t>Bsp. </a:t>
            </a:r>
            <a:r>
              <a:rPr lang="de-CH"/>
              <a:t>Airbnb</a:t>
            </a:r>
            <a:r>
              <a:rPr lang="de-CH"/>
              <a:t>:</a:t>
            </a:r>
            <a:r>
              <a:rPr lang="de-CH"/>
              <a:t> steht für versch. Komponenten, zu jeder Komponente 1 Skizze -&gt; alle zusammen ergeben Logo</a:t>
            </a:r>
            <a:endParaRPr lang="de-CH"/>
          </a:p>
          <a:p>
            <a:pPr>
              <a:defRPr/>
            </a:pPr>
            <a:endParaRPr lang="de-CH"/>
          </a:p>
          <a:p>
            <a:pPr>
              <a:defRPr/>
            </a:pPr>
            <a:endParaRPr lang="de-DE"/>
          </a:p>
        </p:txBody>
      </p:sp>
      <p:sp>
        <p:nvSpPr>
          <p:cNvPr id="757905588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14</a:t>
            </a:fld>
            <a:endParaRPr lang="de-CH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566109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725349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indent="0">
              <a:buFontTx/>
              <a:buNone/>
              <a:defRPr/>
            </a:pPr>
            <a:r>
              <a:rPr lang="de-CH"/>
              <a:t>Je</a:t>
            </a:r>
            <a:r>
              <a:rPr lang="de-CH"/>
              <a:t> nach Unternehmen wird eine andere Logo-Art verwendet</a:t>
            </a:r>
            <a:endParaRPr/>
          </a:p>
          <a:p>
            <a:pPr marL="0" indent="0">
              <a:buFontTx/>
              <a:buNone/>
              <a:defRPr/>
            </a:pPr>
            <a:r>
              <a:rPr lang="de-CH" b="1"/>
              <a:t>Bildmarke: 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Bei der reinen Bildmarke hilft kein Text aus, um das Unternehmen zu beschreiben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sollte gut durchdacht sein, damit es lange zum Unternehmen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passt</a:t>
            </a:r>
            <a:endParaRPr lang="de-CH" b="1"/>
          </a:p>
          <a:p>
            <a:pPr marL="0" indent="0">
              <a:buFontTx/>
              <a:buNone/>
              <a:defRPr/>
            </a:pPr>
            <a:r>
              <a:rPr lang="de-CH" b="1"/>
              <a:t>Wortmarke: </a:t>
            </a:r>
            <a:r>
              <a:rPr lang="de-CH" b="0"/>
              <a:t>gute Wahl, wenn Firmennamen einzigartig (</a:t>
            </a:r>
            <a:r>
              <a:rPr lang="de-CH" b="0"/>
              <a:t>z.b.</a:t>
            </a:r>
            <a:r>
              <a:rPr lang="de-CH" b="0"/>
              <a:t> Disney) </a:t>
            </a:r>
            <a:endParaRPr/>
          </a:p>
          <a:p>
            <a:pPr marL="0" indent="0">
              <a:buFontTx/>
              <a:buNone/>
              <a:defRPr/>
            </a:pP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 nach Firmennamen ist reine Wortmarke schlechter zu merken als Bildmarke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-&gt; wichtig: 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individuelle Gestaltung der Schrift!</a:t>
            </a:r>
            <a:endParaRPr lang="de-CH" b="1"/>
          </a:p>
          <a:p>
            <a:pPr marL="0" indent="0">
              <a:buFontTx/>
              <a:buNone/>
              <a:defRPr/>
            </a:pPr>
            <a:r>
              <a:rPr lang="de-CH" b="1"/>
              <a:t>Wort-Bild-Marke: </a:t>
            </a:r>
            <a:r>
              <a:rPr lang="de-CH" b="0"/>
              <a:t>bessere</a:t>
            </a:r>
            <a:r>
              <a:rPr lang="de-CH" b="1"/>
              <a:t> 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Merkfähigkeit, da Text und Bild sich gegenseitig verstärken. Lässt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sich zudem besser schützen, da individueller (Copyright)</a:t>
            </a:r>
            <a:endParaRPr lang="de-CH" b="1"/>
          </a:p>
          <a:p>
            <a:pPr marL="0" indent="0">
              <a:buFontTx/>
              <a:buNone/>
              <a:defRPr/>
            </a:pPr>
            <a:r>
              <a:rPr lang="de-CH" b="1"/>
              <a:t>Lettermarke</a:t>
            </a:r>
            <a:r>
              <a:rPr lang="de-CH" b="1"/>
              <a:t>: «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der Kürze liegt die Würze» - langer Name eines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Unternehemens</a:t>
            </a:r>
            <a:r>
              <a:rPr lang="de-CH" sz="105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auf Initialen gekürzt</a:t>
            </a:r>
            <a:endParaRPr lang="de-CH" b="1"/>
          </a:p>
          <a:p>
            <a:pPr>
              <a:defRPr/>
            </a:pPr>
            <a:endParaRPr lang="de-CH"/>
          </a:p>
        </p:txBody>
      </p:sp>
      <p:sp>
        <p:nvSpPr>
          <p:cNvPr id="1766117376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15</a:t>
            </a:fld>
            <a:endParaRPr lang="de-CH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873949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885827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- Passender Slogan</a:t>
            </a:r>
            <a:endParaRPr/>
          </a:p>
          <a:p>
            <a:pPr>
              <a:defRPr/>
            </a:pPr>
            <a:r>
              <a:rPr lang="de-CH"/>
              <a:t>- Widerspiegelt die Marke und das Unternehmen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874803556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16</a:t>
            </a:fld>
            <a:endParaRPr lang="de-CH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967805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260317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- Dazu passende Plakate gestalten</a:t>
            </a:r>
            <a:endParaRPr/>
          </a:p>
          <a:p>
            <a:pPr>
              <a:defRPr/>
            </a:pPr>
            <a:r>
              <a:rPr lang="de-DE"/>
              <a:t>- Unternehmen widerspiegelt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1233094861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17</a:t>
            </a:fld>
            <a:endParaRPr lang="de-CH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613434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43476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- Dazu passende Plakate gestalten</a:t>
            </a:r>
            <a:endParaRPr/>
          </a:p>
          <a:p>
            <a:pPr>
              <a:defRPr/>
            </a:pPr>
            <a:r>
              <a:rPr lang="de-DE"/>
              <a:t>- Unternehmen widerspiegelt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1056402089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18</a:t>
            </a:fld>
            <a:endParaRPr lang="de-CH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225695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38427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Weiter mit Projektmanagement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305493236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19</a:t>
            </a:fld>
            <a:endParaRPr lang="de-CH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069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25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1A291C-9382-CCF5-1B57-63E6249792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73944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20686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Erst skizzieren, Ideen sammeln, dann in Illustrator umsetzen. 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Dossier als Hilfestellung nutzen!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231104995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21</a:t>
            </a:fld>
            <a:endParaRPr lang="de-CH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510783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89331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Nach Skizzen und Ideensammlung Input zu </a:t>
            </a:r>
            <a:r>
              <a:rPr lang="de-DE"/>
              <a:t>Illustrator geben!!</a:t>
            </a:r>
            <a:endParaRPr lang="de-DE"/>
          </a:p>
        </p:txBody>
      </p:sp>
      <p:sp>
        <p:nvSpPr>
          <p:cNvPr id="1155882418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F9673C1-B10B-4A71-96FC-7B6CB81AABD2}" type="slidenum">
              <a:rPr lang="de-CH"/>
              <a:t>22</a:t>
            </a:fld>
            <a:endParaRPr lang="de-CH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Titelseite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689087" name="Titel Platzhalter"/>
          <p:cNvSpPr>
            <a:spLocks noChangeArrowheads="1" noGrp="1"/>
          </p:cNvSpPr>
          <p:nvPr>
            <p:ph type="ctrTitle" hasCustomPrompt="1"/>
          </p:nvPr>
        </p:nvSpPr>
        <p:spPr bwMode="auto">
          <a:xfrm>
            <a:off x="1295401" y="1736202"/>
            <a:ext cx="7489824" cy="1935866"/>
          </a:xfrm>
        </p:spPr>
        <p:txBody>
          <a:bodyPr/>
          <a:lstStyle>
            <a:lvl1pPr>
              <a:lnSpc>
                <a:spcPts val="6000"/>
              </a:lnSpc>
              <a:defRPr sz="5200"/>
            </a:lvl1pPr>
          </a:lstStyle>
          <a:p>
            <a:pPr>
              <a:defRPr/>
            </a:pPr>
            <a:r>
              <a:rPr lang="fr-CH"/>
              <a:t>[</a:t>
            </a:r>
            <a:r>
              <a:rPr lang="de-CH"/>
              <a:t>Titel der Präsentation</a:t>
            </a:r>
            <a:r>
              <a:rPr lang="fr-CH"/>
              <a:t>]</a:t>
            </a:r>
            <a:endParaRPr lang="de-CH"/>
          </a:p>
        </p:txBody>
      </p:sp>
      <p:sp>
        <p:nvSpPr>
          <p:cNvPr id="467192449" name="Text Platzhalter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295401" y="3888918"/>
            <a:ext cx="7489824" cy="1059319"/>
          </a:xfrm>
        </p:spPr>
        <p:txBody>
          <a:bodyPr tIns="46800"/>
          <a:lstStyle>
            <a:lvl1pPr marL="0" indent="0" algn="l">
              <a:lnSpc>
                <a:spcPts val="4200"/>
              </a:lnSpc>
              <a:spcAft>
                <a:spcPts val="450"/>
              </a:spcAft>
              <a:buNone/>
              <a:defRPr sz="3200"/>
            </a:lvl1pPr>
          </a:lstStyle>
          <a:p>
            <a:pPr lvl="0">
              <a:defRPr/>
            </a:pPr>
            <a:r>
              <a:rPr lang="de-CH"/>
              <a:t>Vorname Nachname, Februar 2026</a:t>
            </a:r>
            <a:endParaRPr/>
          </a:p>
        </p:txBody>
      </p:sp>
      <p:pic>
        <p:nvPicPr>
          <p:cNvPr id="403950776" name="Bundeslogo" descr="Bundeslogo"/>
          <p:cNvPicPr>
            <a:picLocks noChangeAspect="1"/>
          </p:cNvPicPr>
          <p:nvPr userDrawn="1"/>
        </p:nvPicPr>
        <p:blipFill rotWithShape="1">
          <a:blip r:embed="rId2"/>
          <a:srcRect l="1799" t="4211" r="4866" b="11775"/>
          <a:stretch/>
        </p:blipFill>
        <p:spPr bwMode="auto">
          <a:xfrm>
            <a:off x="1022400" y="262800"/>
            <a:ext cx="1495491" cy="381600"/>
          </a:xfrm>
          <a:prstGeom prst="rect">
            <a:avLst/>
          </a:prstGeom>
        </p:spPr>
      </p:pic>
      <p:sp>
        <p:nvSpPr>
          <p:cNvPr id="456260527" name="Text Kennzeichnung"/>
          <p:cNvSpPr txBox="1">
            <a:spLocks noChangeArrowheads="1"/>
          </p:cNvSpPr>
          <p:nvPr userDrawn="1"/>
        </p:nvSpPr>
        <p:spPr bwMode="auto">
          <a:xfrm>
            <a:off x="3429000" y="261833"/>
            <a:ext cx="5043668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800" b="0">
                <a:latin typeface="Arial"/>
              </a:rPr>
              <a:t> </a:t>
            </a:r>
            <a:endParaRPr lang="de-CH" sz="800" b="0">
              <a:latin typeface="Arial"/>
            </a:endParaRPr>
          </a:p>
          <a:p>
            <a:pPr marL="0" marR="0" lvl="0" indent="0" algn="l" defTabSz="685800" rtl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800" b="1">
                <a:latin typeface="Arial"/>
              </a:rPr>
              <a:t> </a:t>
            </a:r>
            <a:endParaRPr/>
          </a:p>
          <a:p>
            <a:pPr marL="0" marR="0" lvl="0" indent="0" algn="l" defTabSz="685800" rtl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de-CH" sz="800" b="0">
                <a:latin typeface="Arial"/>
              </a:rPr>
            </a:br>
            <a:endParaRPr lang="de-CH" sz="8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Titelseite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207873" name="Platzhalter Titel"/>
          <p:cNvSpPr>
            <a:spLocks noChangeArrowheads="1" noGrp="1"/>
          </p:cNvSpPr>
          <p:nvPr>
            <p:ph type="ctrTitle" hasCustomPrompt="1"/>
          </p:nvPr>
        </p:nvSpPr>
        <p:spPr bwMode="auto">
          <a:xfrm>
            <a:off x="1295401" y="3316596"/>
            <a:ext cx="7489824" cy="801590"/>
          </a:xfrm>
        </p:spPr>
        <p:txBody>
          <a:bodyPr/>
          <a:lstStyle>
            <a:lvl1pPr>
              <a:lnSpc>
                <a:spcPts val="6000"/>
              </a:lnSpc>
              <a:defRPr sz="5200">
                <a:solidFill>
                  <a:srgbClr val="3366CC"/>
                </a:solidFill>
              </a:defRPr>
            </a:lvl1pPr>
          </a:lstStyle>
          <a:p>
            <a:pPr>
              <a:defRPr/>
            </a:pPr>
            <a:r>
              <a:rPr lang="fr-CH"/>
              <a:t>[</a:t>
            </a:r>
            <a:r>
              <a:rPr lang="de-CH"/>
              <a:t>Titel der Präsentation</a:t>
            </a:r>
            <a:r>
              <a:rPr lang="fr-CH"/>
              <a:t>]</a:t>
            </a:r>
            <a:endParaRPr lang="de-CH"/>
          </a:p>
        </p:txBody>
      </p:sp>
      <p:sp>
        <p:nvSpPr>
          <p:cNvPr id="196925358" name="Platzhalter Text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295401" y="4041467"/>
            <a:ext cx="7489824" cy="1035201"/>
          </a:xfrm>
        </p:spPr>
        <p:txBody>
          <a:bodyPr tIns="46800"/>
          <a:lstStyle>
            <a:lvl1pPr marL="0" indent="0" algn="l">
              <a:lnSpc>
                <a:spcPts val="4200"/>
              </a:lnSpc>
              <a:spcAft>
                <a:spcPts val="450"/>
              </a:spcAft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Vorname Nachname, Februar 2026</a:t>
            </a:r>
            <a:endParaRPr/>
          </a:p>
        </p:txBody>
      </p:sp>
      <p:pic>
        <p:nvPicPr>
          <p:cNvPr id="1652902074" name="Bundeslogo" descr="Bundeslogo"/>
          <p:cNvPicPr>
            <a:picLocks noChangeAspect="1"/>
          </p:cNvPicPr>
          <p:nvPr userDrawn="1"/>
        </p:nvPicPr>
        <p:blipFill rotWithShape="1">
          <a:blip r:embed="rId2"/>
          <a:srcRect l="1799" t="4211" r="4866" b="11775"/>
          <a:stretch/>
        </p:blipFill>
        <p:spPr bwMode="auto">
          <a:xfrm>
            <a:off x="1022400" y="262800"/>
            <a:ext cx="1495491" cy="381600"/>
          </a:xfrm>
          <a:prstGeom prst="rect">
            <a:avLst/>
          </a:prstGeom>
        </p:spPr>
      </p:pic>
      <p:sp>
        <p:nvSpPr>
          <p:cNvPr id="399482574" name="Text Kennzeichnung"/>
          <p:cNvSpPr txBox="1">
            <a:spLocks noChangeArrowheads="1"/>
          </p:cNvSpPr>
          <p:nvPr userDrawn="1"/>
        </p:nvSpPr>
        <p:spPr bwMode="auto">
          <a:xfrm>
            <a:off x="3429000" y="261833"/>
            <a:ext cx="5043668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800" b="0">
                <a:latin typeface="Arial"/>
              </a:rPr>
              <a:t> </a:t>
            </a:r>
            <a:endParaRPr lang="de-CH" sz="800" b="0">
              <a:latin typeface="Arial"/>
            </a:endParaRPr>
          </a:p>
          <a:p>
            <a:pPr marL="0" marR="0" lvl="0" indent="0" algn="l" defTabSz="685800" rtl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800" b="1">
                <a:latin typeface="Arial"/>
              </a:rPr>
              <a:t> </a:t>
            </a:r>
            <a:endParaRPr/>
          </a:p>
          <a:p>
            <a:pPr marL="0" marR="0" lvl="0" indent="0" algn="l" defTabSz="685800" rtl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de-CH" sz="800" b="0">
                <a:latin typeface="Arial"/>
              </a:rPr>
            </a:br>
            <a:endParaRPr lang="de-CH" sz="800" b="0">
              <a:latin typeface="Arial"/>
            </a:endParaRPr>
          </a:p>
        </p:txBody>
      </p:sp>
      <p:sp>
        <p:nvSpPr>
          <p:cNvPr id="846926337" name="Bildplatzhalter Titelbild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295400" y="1102032"/>
            <a:ext cx="7848600" cy="2214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Bild durch Klicken auf Symbol hinzufügen oder auf Bild anklicken und Bild via Mediaset auswählen</a:t>
            </a:r>
            <a:endParaRPr lang="de-C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Titelseite Hintergrundbild, 6 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109141" name="Bildplatzhalter Hintergrund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marR="0" indent="0" algn="l" defTabSz="685800" rtl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800" b="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CH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pic>
        <p:nvPicPr>
          <p:cNvPr id="1643419285" name="Bundeslogo" descr="Bundeslogo"/>
          <p:cNvPicPr>
            <a:picLocks noChangeAspect="1"/>
          </p:cNvPicPr>
          <p:nvPr userDrawn="1"/>
        </p:nvPicPr>
        <p:blipFill rotWithShape="1">
          <a:blip r:embed="rId2"/>
          <a:srcRect l="1799" t="4211" r="4866" b="11775"/>
          <a:stretch/>
        </p:blipFill>
        <p:spPr bwMode="auto">
          <a:xfrm>
            <a:off x="1022400" y="262800"/>
            <a:ext cx="1495491" cy="381600"/>
          </a:xfrm>
          <a:prstGeom prst="rect">
            <a:avLst/>
          </a:prstGeom>
        </p:spPr>
      </p:pic>
      <p:sp>
        <p:nvSpPr>
          <p:cNvPr id="1934501504" name="Kennzeichnung"/>
          <p:cNvSpPr txBox="1">
            <a:spLocks noChangeArrowheads="1"/>
          </p:cNvSpPr>
          <p:nvPr userDrawn="1"/>
        </p:nvSpPr>
        <p:spPr bwMode="auto">
          <a:xfrm>
            <a:off x="3429000" y="261833"/>
            <a:ext cx="5043668" cy="504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800" b="0">
                <a:latin typeface="Arial"/>
              </a:rPr>
              <a:t> </a:t>
            </a:r>
            <a:endParaRPr lang="de-CH" sz="800" b="0">
              <a:latin typeface="Arial"/>
            </a:endParaRPr>
          </a:p>
          <a:p>
            <a:pPr marL="0" marR="0" lvl="0" indent="0" algn="l" defTabSz="685800" rtl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800" b="1">
                <a:latin typeface="Arial"/>
              </a:rPr>
              <a:t> </a:t>
            </a:r>
            <a:endParaRPr/>
          </a:p>
          <a:p>
            <a:pPr marL="0" marR="0" lvl="0" indent="0" algn="l" defTabSz="685800" rtl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de-CH" sz="800" b="0">
                <a:latin typeface="Arial"/>
              </a:rPr>
            </a:br>
            <a:endParaRPr lang="de-CH" sz="800" b="0">
              <a:latin typeface="Arial"/>
            </a:endParaRPr>
          </a:p>
        </p:txBody>
      </p:sp>
      <p:sp>
        <p:nvSpPr>
          <p:cNvPr id="1516981773" name="Textplatzhalter Titel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95400" y="1500116"/>
            <a:ext cx="7489824" cy="2979809"/>
          </a:xfrm>
          <a:prstGeom prst="roundRect">
            <a:avLst>
              <a:gd name="adj" fmla="val 5301"/>
            </a:avLst>
          </a:prstGeom>
          <a:solidFill>
            <a:srgbClr val="FFFFFF">
              <a:alpha val="89804"/>
            </a:srgbClr>
          </a:solidFill>
          <a:ln>
            <a:noFill/>
          </a:ln>
          <a:effectLst>
            <a:outerShdw blurRad="355600" dist="38100" dir="27000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108000" tIns="36000" anchor="t"/>
          <a:lstStyle>
            <a:lvl1pPr marL="0" indent="0">
              <a:lnSpc>
                <a:spcPts val="6000"/>
              </a:lnSpc>
              <a:buFontTx/>
              <a:buNone/>
              <a:defRPr sz="52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Tx/>
              <a:buNone/>
              <a:defRPr sz="3900" b="1">
                <a:solidFill>
                  <a:schemeClr val="accent1"/>
                </a:solidFill>
                <a:latin typeface="+mj-lt"/>
              </a:defRPr>
            </a:lvl2pPr>
            <a:lvl3pPr marL="403622" indent="0">
              <a:buFontTx/>
              <a:buNone/>
              <a:defRPr>
                <a:latin typeface="+mj-lt"/>
              </a:defRPr>
            </a:lvl3pPr>
            <a:lvl4pPr marL="604838" indent="0">
              <a:buFontTx/>
              <a:buNone/>
              <a:defRPr>
                <a:latin typeface="+mj-lt"/>
              </a:defRPr>
            </a:lvl4pPr>
            <a:lvl5pPr marL="807244" indent="0">
              <a:buFontTx/>
              <a:buNone/>
              <a:defRPr>
                <a:latin typeface="+mj-lt"/>
              </a:defRPr>
            </a:lvl5pPr>
          </a:lstStyle>
          <a:p>
            <a:pPr lvl="0">
              <a:defRPr/>
            </a:pPr>
            <a:r>
              <a:rPr lang="fr-CH"/>
              <a:t>[</a:t>
            </a:r>
            <a:r>
              <a:rPr lang="de-DE"/>
              <a:t>Titel der Präsentation</a:t>
            </a:r>
            <a:r>
              <a:rPr lang="fr-CH"/>
              <a:t>]</a:t>
            </a:r>
            <a:endParaRPr lang="de-DE"/>
          </a:p>
        </p:txBody>
      </p:sp>
      <p:sp>
        <p:nvSpPr>
          <p:cNvPr id="247362700" name="Textplatzhalter 26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6043580" y="4182368"/>
            <a:ext cx="877500" cy="8775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90405977" name="Textplatzhalter 2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182845" y="4185633"/>
            <a:ext cx="877500" cy="8775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94199882" name="Textplatzhalter 22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904314" y="4184740"/>
            <a:ext cx="877500" cy="8775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863397699" name="Textplatzhalter 20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765048" y="4182368"/>
            <a:ext cx="877500" cy="8775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FontTx/>
              <a:buNone/>
              <a:defRPr sz="550"/>
            </a:lvl1pPr>
            <a:lvl5pPr marL="807244" indent="0">
              <a:lnSpc>
                <a:spcPct val="100000"/>
              </a:lnSpc>
              <a:buFont typeface="Arial"/>
              <a:buNone/>
              <a:defRPr sz="550"/>
            </a:lvl5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629769240" name="Textplatzhalter 18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625782" y="4182368"/>
            <a:ext cx="877500" cy="8775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651600027" name="Textplatzhalter 1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486516" y="4182368"/>
            <a:ext cx="877500" cy="8775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856505223" name="Bildplatzhalter 12"/>
          <p:cNvSpPr>
            <a:spLocks noGrp="1"/>
          </p:cNvSpPr>
          <p:nvPr>
            <p:ph type="pic" sz="quarter" idx="47" hasCustomPrompt="1"/>
          </p:nvPr>
        </p:nvSpPr>
        <p:spPr bwMode="auto">
          <a:xfrm>
            <a:off x="7419095" y="4421883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1985234672" name="Bildplatzhalter 11"/>
          <p:cNvSpPr>
            <a:spLocks noGrp="1"/>
          </p:cNvSpPr>
          <p:nvPr>
            <p:ph type="pic" sz="quarter" idx="45" hasCustomPrompt="1"/>
          </p:nvPr>
        </p:nvSpPr>
        <p:spPr bwMode="auto">
          <a:xfrm>
            <a:off x="6279830" y="4418618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515494589" name="Bildplatzhalter 10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5140564" y="4420990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149233301" name="Bildplatzhalter 7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001298" y="4418618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351691551" name="Bildplatzhalter 4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2862032" y="4418618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47815313" name="Bildplatzhalter 2"/>
          <p:cNvSpPr>
            <a:spLocks noGrp="1"/>
          </p:cNvSpPr>
          <p:nvPr>
            <p:ph type="pic" sz="quarter" idx="35" hasCustomPrompt="1"/>
          </p:nvPr>
        </p:nvSpPr>
        <p:spPr bwMode="auto">
          <a:xfrm>
            <a:off x="1722766" y="4418618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59054485" name="Platzhalter Text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486516" y="3077980"/>
            <a:ext cx="7101770" cy="1115126"/>
          </a:xfrm>
        </p:spPr>
        <p:txBody>
          <a:bodyPr tIns="46800"/>
          <a:lstStyle>
            <a:lvl1pPr marL="0" indent="0" algn="l">
              <a:lnSpc>
                <a:spcPts val="4200"/>
              </a:lnSpc>
              <a:spcAft>
                <a:spcPts val="450"/>
              </a:spcAft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Vorname Nachname, Februar 2026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3 Punkte Balken Weiss 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3137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33771252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614790779" name="Abgerundetes Rechteck 115"/>
          <p:cNvSpPr/>
          <p:nvPr/>
        </p:nvSpPr>
        <p:spPr bwMode="auto">
          <a:xfrm>
            <a:off x="1304555" y="2376457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09453436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52068" y="2329523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41984761" name="Abgerundetes Rechteck 95"/>
          <p:cNvSpPr/>
          <p:nvPr/>
        </p:nvSpPr>
        <p:spPr bwMode="auto">
          <a:xfrm>
            <a:off x="1304555" y="173809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61837749" name="Textplatzhalter 46"/>
          <p:cNvSpPr>
            <a:spLocks noGrp="1"/>
          </p:cNvSpPr>
          <p:nvPr>
            <p:ph type="body" sz="quarter" idx="37" hasCustomPrompt="1"/>
          </p:nvPr>
        </p:nvSpPr>
        <p:spPr bwMode="auto">
          <a:xfrm rot="16199998">
            <a:off x="1352069" y="169140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746212016" name="Abgerundetes Rechteck 125"/>
          <p:cNvSpPr/>
          <p:nvPr/>
        </p:nvSpPr>
        <p:spPr bwMode="auto">
          <a:xfrm>
            <a:off x="1304555" y="1099741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443533836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52069" y="1053048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832394980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89" y="244571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545807534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89" y="1806664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82689043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89" y="1180499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982670548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29" y="2457492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2053163788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5" y="1818539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151701005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5" y="118050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4 Punkte Balken Weiss 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530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2033750619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74926213" name="Abgerundetes Rechteck 120"/>
          <p:cNvSpPr/>
          <p:nvPr/>
        </p:nvSpPr>
        <p:spPr bwMode="auto">
          <a:xfrm>
            <a:off x="1304557" y="3014815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40108569" name="Abgerundetes Rechteck 115"/>
          <p:cNvSpPr/>
          <p:nvPr/>
        </p:nvSpPr>
        <p:spPr bwMode="auto">
          <a:xfrm>
            <a:off x="1304557" y="2376457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250019257" name="Abgerundetes Rechteck 95"/>
          <p:cNvSpPr/>
          <p:nvPr/>
        </p:nvSpPr>
        <p:spPr bwMode="auto">
          <a:xfrm>
            <a:off x="1304557" y="173809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2044217125" name="Abgerundetes Rechteck 125"/>
          <p:cNvSpPr/>
          <p:nvPr/>
        </p:nvSpPr>
        <p:spPr bwMode="auto">
          <a:xfrm>
            <a:off x="1304557" y="1099741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2068161293" name="Textplatzhalter 46"/>
          <p:cNvSpPr>
            <a:spLocks noGrp="1"/>
          </p:cNvSpPr>
          <p:nvPr>
            <p:ph type="body" sz="quarter" idx="39" hasCustomPrompt="1"/>
          </p:nvPr>
        </p:nvSpPr>
        <p:spPr bwMode="auto">
          <a:xfrm rot="16199998">
            <a:off x="1352070" y="2967880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452472408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52070" y="2329523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716701987" name="Textplatzhalter 46"/>
          <p:cNvSpPr>
            <a:spLocks noGrp="1"/>
          </p:cNvSpPr>
          <p:nvPr>
            <p:ph type="body" sz="quarter" idx="37" hasCustomPrompt="1"/>
          </p:nvPr>
        </p:nvSpPr>
        <p:spPr bwMode="auto">
          <a:xfrm rot="16199998">
            <a:off x="1352071" y="169140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302143980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52071" y="1053048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003824016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01091" y="3083588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1146811823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91" y="244571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145398893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91" y="1806664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458339035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91" y="1180499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441619740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31314" y="3095850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576248643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31" y="2457492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454271649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7" y="1818539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099091206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7" y="118050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5 Punkte Balken Weiss 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9859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708807894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040594868" name="Abgerundetes Rechteck 120"/>
          <p:cNvSpPr/>
          <p:nvPr/>
        </p:nvSpPr>
        <p:spPr bwMode="auto">
          <a:xfrm>
            <a:off x="1304557" y="3014815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453655425" name="Abgerundetes Rechteck 115"/>
          <p:cNvSpPr/>
          <p:nvPr/>
        </p:nvSpPr>
        <p:spPr bwMode="auto">
          <a:xfrm>
            <a:off x="1304557" y="2376457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625064938" name="Abgerundetes Rechteck 95"/>
          <p:cNvSpPr/>
          <p:nvPr/>
        </p:nvSpPr>
        <p:spPr bwMode="auto">
          <a:xfrm>
            <a:off x="1304557" y="173809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676629500" name="Abgerundetes Rechteck 125"/>
          <p:cNvSpPr/>
          <p:nvPr/>
        </p:nvSpPr>
        <p:spPr bwMode="auto">
          <a:xfrm>
            <a:off x="1304557" y="1099741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649225338" name="Abgerundetes Rechteck 33"/>
          <p:cNvSpPr/>
          <p:nvPr/>
        </p:nvSpPr>
        <p:spPr bwMode="auto">
          <a:xfrm>
            <a:off x="1304557" y="3653173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8327462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52070" y="3599447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788160776" name="Textplatzhalter 46"/>
          <p:cNvSpPr>
            <a:spLocks noGrp="1"/>
          </p:cNvSpPr>
          <p:nvPr>
            <p:ph type="body" sz="quarter" idx="39" hasCustomPrompt="1"/>
          </p:nvPr>
        </p:nvSpPr>
        <p:spPr bwMode="auto">
          <a:xfrm rot="16199998">
            <a:off x="1352070" y="2967880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325909488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52070" y="2329523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016877364" name="Textplatzhalter 46"/>
          <p:cNvSpPr>
            <a:spLocks noGrp="1"/>
          </p:cNvSpPr>
          <p:nvPr>
            <p:ph type="body" sz="quarter" idx="37" hasCustomPrompt="1"/>
          </p:nvPr>
        </p:nvSpPr>
        <p:spPr bwMode="auto">
          <a:xfrm rot="16199998">
            <a:off x="1352071" y="169140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806051737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52071" y="1053048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811780284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001091" y="372146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724056306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01091" y="3083588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850240534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91" y="244571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325921990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91" y="1806664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2121422291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91" y="1180499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848699325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31314" y="373420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1038556183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31314" y="3095850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4588665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31" y="2457492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2053527012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7" y="1818539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759253809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7" y="118050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6 Punkte Balken Weiss 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7589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476508693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85694131" name="Abgerundetes Rechteck 120"/>
          <p:cNvSpPr/>
          <p:nvPr/>
        </p:nvSpPr>
        <p:spPr bwMode="auto">
          <a:xfrm>
            <a:off x="1304557" y="2848146"/>
            <a:ext cx="6930000" cy="4660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84463468" name="Abgerundetes Rechteck 115"/>
          <p:cNvSpPr/>
          <p:nvPr/>
        </p:nvSpPr>
        <p:spPr bwMode="auto">
          <a:xfrm>
            <a:off x="1304557" y="2268895"/>
            <a:ext cx="6930000" cy="46188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945880450" name="Abgerundetes Rechteck 95"/>
          <p:cNvSpPr/>
          <p:nvPr/>
        </p:nvSpPr>
        <p:spPr bwMode="auto">
          <a:xfrm>
            <a:off x="1304557" y="1689644"/>
            <a:ext cx="6930000" cy="46188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425122863" name="Abgerundetes Rechteck 125"/>
          <p:cNvSpPr/>
          <p:nvPr/>
        </p:nvSpPr>
        <p:spPr bwMode="auto">
          <a:xfrm>
            <a:off x="1304557" y="1103731"/>
            <a:ext cx="6930000" cy="4660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97047755" name="Abgerundetes Rechteck 33"/>
          <p:cNvSpPr/>
          <p:nvPr/>
        </p:nvSpPr>
        <p:spPr bwMode="auto">
          <a:xfrm>
            <a:off x="1304557" y="3431609"/>
            <a:ext cx="6930000" cy="4660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48885818" name="Abgerundetes Rechteck 39"/>
          <p:cNvSpPr/>
          <p:nvPr/>
        </p:nvSpPr>
        <p:spPr bwMode="auto">
          <a:xfrm>
            <a:off x="1304557" y="4019572"/>
            <a:ext cx="6930000" cy="4671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83073920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001091" y="3488802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1010499997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01091" y="2905822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414451027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91" y="2327054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89071576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91" y="174711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930503291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91" y="1173394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891198246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68774" y="1038285"/>
            <a:ext cx="466094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032618333" name="Textplatzhalter 46"/>
          <p:cNvSpPr>
            <a:spLocks noGrp="1"/>
          </p:cNvSpPr>
          <p:nvPr>
            <p:ph type="body" sz="quarter" idx="39" hasCustomPrompt="1"/>
          </p:nvPr>
        </p:nvSpPr>
        <p:spPr bwMode="auto">
          <a:xfrm rot="16199998">
            <a:off x="1368774" y="1622036"/>
            <a:ext cx="466094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367989054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68774" y="2203393"/>
            <a:ext cx="466094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756586047" name="Textplatzhalter 46"/>
          <p:cNvSpPr>
            <a:spLocks noGrp="1"/>
          </p:cNvSpPr>
          <p:nvPr>
            <p:ph type="body" sz="quarter" idx="41" hasCustomPrompt="1"/>
          </p:nvPr>
        </p:nvSpPr>
        <p:spPr bwMode="auto">
          <a:xfrm rot="16199998">
            <a:off x="1368774" y="2784750"/>
            <a:ext cx="466094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210566931" name="Textplatzhalter 46"/>
          <p:cNvSpPr>
            <a:spLocks noGrp="1"/>
          </p:cNvSpPr>
          <p:nvPr>
            <p:ph type="body" sz="quarter" idx="42" hasCustomPrompt="1"/>
          </p:nvPr>
        </p:nvSpPr>
        <p:spPr bwMode="auto">
          <a:xfrm rot="16199998">
            <a:off x="1367953" y="3368213"/>
            <a:ext cx="466094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77315857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31314" y="3501547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282526082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31314" y="2930187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634234056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31" y="2338834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44713224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7" y="1758988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073571944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7" y="1173394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177023087" name="Textplatzhalter 46"/>
          <p:cNvSpPr>
            <a:spLocks noGrp="1"/>
          </p:cNvSpPr>
          <p:nvPr>
            <p:ph type="body" sz="quarter" idx="43" hasCustomPrompt="1"/>
          </p:nvPr>
        </p:nvSpPr>
        <p:spPr bwMode="auto">
          <a:xfrm rot="16199998">
            <a:off x="1367953" y="3957182"/>
            <a:ext cx="466094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665967024" name="Textplatzhalter 10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001091" y="407335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6 </a:t>
            </a:r>
            <a:r>
              <a:rPr lang="de-DE"/>
              <a:t>hinzufügen</a:t>
            </a:r>
            <a:endParaRPr/>
          </a:p>
        </p:txBody>
      </p:sp>
      <p:sp>
        <p:nvSpPr>
          <p:cNvPr id="809276072" name="Bildplatzhalter 10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1431314" y="4086099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3 Punkte Balken Wei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17980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583934490" name="Abgerundetes Rechteck 30"/>
          <p:cNvSpPr/>
          <p:nvPr userDrawn="1"/>
        </p:nvSpPr>
        <p:spPr bwMode="auto">
          <a:xfrm>
            <a:off x="1304557" y="237439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576949778" name="Abgerundetes Rechteck 28"/>
          <p:cNvSpPr/>
          <p:nvPr userDrawn="1"/>
        </p:nvSpPr>
        <p:spPr bwMode="auto">
          <a:xfrm>
            <a:off x="1304557" y="1735351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00483324" name="Abgerundetes Rechteck 25"/>
          <p:cNvSpPr/>
          <p:nvPr/>
        </p:nvSpPr>
        <p:spPr bwMode="auto">
          <a:xfrm>
            <a:off x="1304557" y="1109186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189076138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254216336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91" y="2443414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205069770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91" y="1804365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388759356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91" y="1178199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711043353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31" y="2455193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546440661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7" y="1816240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724128248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7" y="117820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4 Punkte Balken Wei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58064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27847228" name="Abgerundetes Rechteck 32"/>
          <p:cNvSpPr/>
          <p:nvPr userDrawn="1"/>
        </p:nvSpPr>
        <p:spPr bwMode="auto">
          <a:xfrm>
            <a:off x="1304559" y="3012274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749030566" name="Abgerundetes Rechteck 30"/>
          <p:cNvSpPr/>
          <p:nvPr userDrawn="1"/>
        </p:nvSpPr>
        <p:spPr bwMode="auto">
          <a:xfrm>
            <a:off x="1304559" y="237439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803059232" name="Abgerundetes Rechteck 28"/>
          <p:cNvSpPr/>
          <p:nvPr userDrawn="1"/>
        </p:nvSpPr>
        <p:spPr bwMode="auto">
          <a:xfrm>
            <a:off x="1304559" y="1735351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2009252940" name="Abgerundetes Rechteck 25"/>
          <p:cNvSpPr/>
          <p:nvPr/>
        </p:nvSpPr>
        <p:spPr bwMode="auto">
          <a:xfrm>
            <a:off x="1304559" y="1109186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981198113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095549909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01093" y="3081289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649956141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93" y="2443414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485754111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93" y="1804365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803726805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93" y="1178199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23295052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31316" y="309355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758157053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33" y="2455193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189966708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9" y="1816240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017927796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8" y="117820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5 Punkte Balken Wei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45867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238934872" name="Abgerundetes Rechteck 35"/>
          <p:cNvSpPr/>
          <p:nvPr userDrawn="1"/>
        </p:nvSpPr>
        <p:spPr bwMode="auto">
          <a:xfrm>
            <a:off x="1304557" y="365014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262907060" name="Abgerundetes Rechteck 32"/>
          <p:cNvSpPr/>
          <p:nvPr userDrawn="1"/>
        </p:nvSpPr>
        <p:spPr bwMode="auto">
          <a:xfrm>
            <a:off x="1304557" y="3012274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741788271" name="Abgerundetes Rechteck 30"/>
          <p:cNvSpPr/>
          <p:nvPr userDrawn="1"/>
        </p:nvSpPr>
        <p:spPr bwMode="auto">
          <a:xfrm>
            <a:off x="1304557" y="237439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42241047" name="Abgerundetes Rechteck 28"/>
          <p:cNvSpPr/>
          <p:nvPr userDrawn="1"/>
        </p:nvSpPr>
        <p:spPr bwMode="auto">
          <a:xfrm>
            <a:off x="1304557" y="1735351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2107604930" name="Abgerundetes Rechteck 25"/>
          <p:cNvSpPr/>
          <p:nvPr/>
        </p:nvSpPr>
        <p:spPr bwMode="auto">
          <a:xfrm>
            <a:off x="1304557" y="1109186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38688567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258940592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001091" y="3719164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693031628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01091" y="3081289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538820014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91" y="2443414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902460926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91" y="1804365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815487012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91" y="1178199"/>
            <a:ext cx="6056653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929120470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31314" y="3731909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501985235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31314" y="309355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863905568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31" y="2455193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27853205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7" y="1816240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407399208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7" y="117820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6 Punkte Balken Wei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09163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71875974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849150375" name="Abgerundetes Rechteck 120"/>
          <p:cNvSpPr/>
          <p:nvPr/>
        </p:nvSpPr>
        <p:spPr bwMode="auto">
          <a:xfrm>
            <a:off x="1304551" y="2855051"/>
            <a:ext cx="6930000" cy="4660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467793751" name="Abgerundetes Rechteck 115"/>
          <p:cNvSpPr/>
          <p:nvPr/>
        </p:nvSpPr>
        <p:spPr bwMode="auto">
          <a:xfrm>
            <a:off x="1304551" y="2275800"/>
            <a:ext cx="6930000" cy="46188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334339428" name="Abgerundetes Rechteck 95"/>
          <p:cNvSpPr/>
          <p:nvPr/>
        </p:nvSpPr>
        <p:spPr bwMode="auto">
          <a:xfrm>
            <a:off x="1304551" y="1696550"/>
            <a:ext cx="6930000" cy="46188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33129380" name="Abgerundetes Rechteck 125"/>
          <p:cNvSpPr/>
          <p:nvPr/>
        </p:nvSpPr>
        <p:spPr bwMode="auto">
          <a:xfrm>
            <a:off x="1304551" y="1110637"/>
            <a:ext cx="6930000" cy="4660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41356731" name="Abgerundetes Rechteck 33"/>
          <p:cNvSpPr/>
          <p:nvPr/>
        </p:nvSpPr>
        <p:spPr bwMode="auto">
          <a:xfrm>
            <a:off x="1304551" y="3438515"/>
            <a:ext cx="6930000" cy="4660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791056911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001086" y="3494701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1720648386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01086" y="2911721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2093946576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1086" y="233295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320339471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1086" y="1753012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895286137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1086" y="1179293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291745228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31309" y="3507446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1895271035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31309" y="2936086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973396384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2526" y="2344733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180289422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7392" y="1764887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43257345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6682" y="1179293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8381053" name="Abgerundetes Rechteck 39"/>
          <p:cNvSpPr/>
          <p:nvPr/>
        </p:nvSpPr>
        <p:spPr bwMode="auto">
          <a:xfrm>
            <a:off x="1304551" y="4026477"/>
            <a:ext cx="6930000" cy="46950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399772637" name="Textplatzhalter 10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001086" y="4079252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6 </a:t>
            </a:r>
            <a:r>
              <a:rPr lang="de-DE"/>
              <a:t>hinzufügen</a:t>
            </a:r>
            <a:endParaRPr/>
          </a:p>
        </p:txBody>
      </p:sp>
      <p:sp>
        <p:nvSpPr>
          <p:cNvPr id="1850476532" name="Bildplatzhalter 10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1431309" y="409199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3 Punkte Balken Weiss Bild Hinte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0428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297467" y="202718"/>
            <a:ext cx="7487758" cy="821325"/>
          </a:xfrm>
        </p:spPr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278211835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141890375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1"/>
            <a:ext cx="9144000" cy="4056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00"/>
            </a:lvl1pPr>
            <a:lvl2pPr marL="202406" indent="0">
              <a:lnSpc>
                <a:spcPct val="100000"/>
              </a:lnSpc>
              <a:buFontTx/>
              <a:buNone/>
              <a:defRPr sz="900"/>
            </a:lvl2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214633627" name="Textplatzhalter 2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297467" y="277762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905682272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44160" y="273093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31051538" name="Textplatzhalter 2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97467" y="214494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549029843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44160" y="209825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17200580" name="Textplatzhalter 2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297467" y="1506589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495079599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44160" y="145989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040441660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5190" y="285256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252264717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5190" y="2213512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274649688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5190" y="1587347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608670912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16630" y="2864340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842947323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1496" y="2225386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734021300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0786" y="158734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4 Punkte Balken Weiss Bild Hinte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97182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296279" y="202718"/>
            <a:ext cx="7488946" cy="821326"/>
          </a:xfrm>
        </p:spPr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330795836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890652867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1"/>
            <a:ext cx="9144000" cy="4056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00"/>
            </a:lvl1pPr>
            <a:lvl2pPr marL="202406" indent="0">
              <a:lnSpc>
                <a:spcPct val="100000"/>
              </a:lnSpc>
              <a:buFontTx/>
              <a:buNone/>
              <a:defRPr sz="900"/>
            </a:lvl2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943620400" name="Textplatzhalter 2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296279" y="3410308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357929775" name="Textplatzhalter 46"/>
          <p:cNvSpPr>
            <a:spLocks noGrp="1"/>
          </p:cNvSpPr>
          <p:nvPr>
            <p:ph type="body" sz="quarter" idx="42" hasCustomPrompt="1"/>
          </p:nvPr>
        </p:nvSpPr>
        <p:spPr bwMode="auto">
          <a:xfrm rot="16199998">
            <a:off x="1342972" y="3363615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17513325" name="Textplatzhalter 2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297469" y="277762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510699022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42972" y="273093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87844896" name="Textplatzhalter 2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97469" y="214494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635162418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44162" y="209825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462472695" name="Textplatzhalter 2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297469" y="1506589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83273340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44162" y="145989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5532818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10236" y="3490435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1421849531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5191" y="285256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316161775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5014" y="2220028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2030545143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5191" y="1587347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702451539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40458" y="350269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370041973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16631" y="286482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432907283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1497" y="2225769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553985171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0787" y="158734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5 Punkte Balken Weiss Bild Hinter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4757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297462" y="202718"/>
            <a:ext cx="7487762" cy="820843"/>
          </a:xfrm>
        </p:spPr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03554427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395929625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1"/>
            <a:ext cx="9144000" cy="4056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00"/>
            </a:lvl1pPr>
            <a:lvl2pPr marL="202406" indent="0">
              <a:lnSpc>
                <a:spcPct val="100000"/>
              </a:lnSpc>
              <a:buFontTx/>
              <a:buNone/>
              <a:defRPr sz="900"/>
            </a:lvl2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344708282" name="Textplatzhalter 2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297464" y="341057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637305890" name="Textplatzhalter 46"/>
          <p:cNvSpPr>
            <a:spLocks noGrp="1"/>
          </p:cNvSpPr>
          <p:nvPr>
            <p:ph type="body" sz="quarter" idx="42" hasCustomPrompt="1"/>
          </p:nvPr>
        </p:nvSpPr>
        <p:spPr bwMode="auto">
          <a:xfrm rot="16199998">
            <a:off x="1344157" y="336388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733837595" name="Textplatzhalter 2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297465" y="277762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1323454704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44157" y="273093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91186971" name="Textplatzhalter 2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97464" y="2149342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numCol="1" rtlCol="0" anchor="ctr" anchorCtr="0" compatLnSpc="1">
            <a:prstTxWarp prst="textNoShape"/>
          </a:bodyPr>
          <a:lstStyle>
            <a:lvl1pPr marL="201216" indent="-201216">
              <a:buFont typeface="Arial"/>
              <a:buChar char="•"/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136917075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44157" y="2102407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745768901" name="Textplatzhalter 2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297464" y="1506589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rtlCol="0" anchor="ctr"/>
          <a:lstStyle>
            <a:lvl1pPr marL="0" indent="0">
              <a:buFontTx/>
              <a:buNone/>
              <a:defRPr lang="de-CH" sz="700">
                <a:solidFill>
                  <a:srgbClr val="000000"/>
                </a:solidFill>
              </a:defRPr>
            </a:lvl1pPr>
          </a:lstStyle>
          <a:p>
            <a:pPr marL="201216" marR="0" lvl="0" indent="-201216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1492548419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44157" y="145989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54392150" name="Textplatzhalter 2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1297464" y="4049204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931061099" name="Textplatzhalter 46"/>
          <p:cNvSpPr>
            <a:spLocks noGrp="1"/>
          </p:cNvSpPr>
          <p:nvPr>
            <p:ph type="body" sz="quarter" idx="44" hasCustomPrompt="1"/>
          </p:nvPr>
        </p:nvSpPr>
        <p:spPr bwMode="auto">
          <a:xfrm rot="16199998">
            <a:off x="1344157" y="4002511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769803778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010232" y="412831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1958158145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11420" y="3490435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1195910726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5188" y="285256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2013762922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5187" y="2216624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297410424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5187" y="1587347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868188291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40455" y="4141055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264710804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41643" y="350269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910801377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16627" y="2864340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310969358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1493" y="2225386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907625050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0783" y="158734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Agenda 5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11752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7541394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459839118" name="Textplatzhalter 14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338558" y="1109410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961784453" name="Textplatzhalter 10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399" y="2036743"/>
            <a:ext cx="2305240" cy="1545116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Titel </a:t>
            </a:r>
            <a:r>
              <a:rPr lang="de-DE"/>
              <a:t>hinzufügen</a:t>
            </a:r>
            <a:endParaRPr/>
          </a:p>
        </p:txBody>
      </p:sp>
      <p:sp>
        <p:nvSpPr>
          <p:cNvPr id="1997619463" name="Textplatzhalter 10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610942" y="1952332"/>
            <a:ext cx="3517502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335044456" name="Freihandform 31"/>
          <p:cNvSpPr/>
          <p:nvPr userDrawn="1"/>
        </p:nvSpPr>
        <p:spPr bwMode="auto">
          <a:xfrm rot="18900000" flipH="1">
            <a:off x="4603448" y="2708456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1891919818" name="Freihandform 28"/>
          <p:cNvSpPr/>
          <p:nvPr userDrawn="1"/>
        </p:nvSpPr>
        <p:spPr bwMode="auto">
          <a:xfrm rot="18900000" flipH="1">
            <a:off x="4634044" y="-57447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933485117" name="Freihandform 29"/>
          <p:cNvSpPr/>
          <p:nvPr userDrawn="1"/>
        </p:nvSpPr>
        <p:spPr bwMode="auto">
          <a:xfrm rot="18900000" flipH="1">
            <a:off x="5190851" y="1337402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621809249" name="Freihandform 30"/>
          <p:cNvSpPr/>
          <p:nvPr userDrawn="1"/>
        </p:nvSpPr>
        <p:spPr bwMode="auto">
          <a:xfrm rot="18900000" flipH="1">
            <a:off x="4895284" y="2035692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1055269292" name="Freihandform 27"/>
          <p:cNvSpPr/>
          <p:nvPr userDrawn="1"/>
        </p:nvSpPr>
        <p:spPr bwMode="auto">
          <a:xfrm rot="18900000" flipH="1">
            <a:off x="4895284" y="614486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840661179" name="Textplatzhalter 1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336781" y="1109410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7934431" name="Textplatzhalter 14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645030" y="1811136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489540084" name="Textplatzhalter 1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931335" y="2514533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135826130" name="Textplatzhalter 14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3645030" y="3204556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055646471" name="Textplatzhalter 14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3334835" y="3876206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006091287" name="Textplatzhalter 10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4905352" y="2670956"/>
            <a:ext cx="3517502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2119665663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352673" y="1274519"/>
            <a:ext cx="3517502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411585905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610941" y="3371296"/>
            <a:ext cx="3517502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1807482467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323185" y="4055054"/>
            <a:ext cx="3517502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1530302886" name="Bildplatzhalter 18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3490730" y="4029033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200139986" name="Bildplatzhalter 16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3798511" y="335803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268012404" name="Bildplatzhalter 14"/>
          <p:cNvSpPr>
            <a:spLocks noGrp="1"/>
          </p:cNvSpPr>
          <p:nvPr>
            <p:ph type="pic" sz="quarter" idx="35" hasCustomPrompt="1"/>
          </p:nvPr>
        </p:nvSpPr>
        <p:spPr bwMode="auto">
          <a:xfrm>
            <a:off x="4086415" y="2671233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693471563" name="Bildplatzhalter 12"/>
          <p:cNvSpPr>
            <a:spLocks noGrp="1"/>
          </p:cNvSpPr>
          <p:nvPr>
            <p:ph type="pic" sz="quarter" idx="34" hasCustomPrompt="1"/>
          </p:nvPr>
        </p:nvSpPr>
        <p:spPr bwMode="auto">
          <a:xfrm>
            <a:off x="3798511" y="1963962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488536516" name="Bildplatzhalter 10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3490730" y="1272645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Zwischentitel Blauer Hinter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745761" name="Rechteck 3"/>
          <p:cNvSpPr/>
          <p:nvPr userDrawn="1"/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78267212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295400" y="2016177"/>
            <a:ext cx="7473591" cy="1552932"/>
          </a:xfrm>
        </p:spPr>
        <p:txBody>
          <a:bodyPr/>
          <a:lstStyle>
            <a:lvl1pPr>
              <a:lnSpc>
                <a:spcPts val="6000"/>
              </a:lnSpc>
              <a:defRPr sz="5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se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840726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>
                <a:solidFill>
                  <a:srgbClr val="3366CC"/>
                </a:solidFill>
              </a:defRPr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382031618" name="Inhaltsplatzhalter 3"/>
          <p:cNvSpPr>
            <a:spLocks noGrp="1"/>
          </p:cNvSpPr>
          <p:nvPr>
            <p:ph sz="quarter" idx="10" hasCustomPrompt="1"/>
          </p:nvPr>
        </p:nvSpPr>
        <p:spPr bwMode="auto">
          <a:xfrm>
            <a:off x="1295400" y="1095375"/>
            <a:ext cx="7490222" cy="3386625"/>
          </a:xfrm>
        </p:spPr>
        <p:txBody>
          <a:bodyPr/>
          <a:lstStyle>
            <a:lvl1pPr marL="201216" indent="-201216">
              <a:lnSpc>
                <a:spcPts val="2600"/>
              </a:lnSpc>
              <a:buClr>
                <a:schemeClr val="tx1"/>
              </a:buClr>
              <a:buFont typeface="Arial"/>
              <a:buChar char="•"/>
              <a:defRPr sz="2100">
                <a:solidFill>
                  <a:schemeClr val="tx1"/>
                </a:solidFill>
              </a:defRPr>
            </a:lvl1pPr>
            <a:lvl2pPr marL="403622" indent="-202406">
              <a:lnSpc>
                <a:spcPts val="2600"/>
              </a:lnSpc>
              <a:buClr>
                <a:schemeClr val="tx1"/>
              </a:buClr>
              <a:buFont typeface="Arial"/>
              <a:buChar char="•"/>
              <a:defRPr sz="2100">
                <a:solidFill>
                  <a:schemeClr val="tx1"/>
                </a:solidFill>
              </a:defRPr>
            </a:lvl2pPr>
            <a:lvl3pPr marL="604838" indent="-201216">
              <a:lnSpc>
                <a:spcPts val="2600"/>
              </a:lnSpc>
              <a:buClr>
                <a:schemeClr val="tx1"/>
              </a:buClr>
              <a:buFont typeface="Arial"/>
              <a:buChar char="•"/>
              <a:defRPr sz="2100">
                <a:solidFill>
                  <a:schemeClr val="tx1"/>
                </a:solidFill>
              </a:defRPr>
            </a:lvl3pPr>
            <a:lvl4pPr marL="807244" indent="-202406">
              <a:lnSpc>
                <a:spcPts val="2600"/>
              </a:lnSpc>
              <a:buClr>
                <a:schemeClr val="tx1"/>
              </a:buClr>
              <a:buFont typeface="Arial"/>
              <a:buChar char="•"/>
              <a:defRPr sz="2100">
                <a:solidFill>
                  <a:schemeClr val="tx1"/>
                </a:solidFill>
              </a:defRPr>
            </a:lvl4pPr>
            <a:lvl5pPr marL="1008460" indent="-201216">
              <a:lnSpc>
                <a:spcPts val="2600"/>
              </a:lnSpc>
              <a:buClr>
                <a:schemeClr val="tx1"/>
              </a:buClr>
              <a:buFont typeface="Arial"/>
              <a:buChar char="•"/>
              <a:defRPr sz="21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1288496822" name="Foliennummernplatzhalter 2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97598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778272620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1295399" y="1095375"/>
            <a:ext cx="3427487" cy="3386625"/>
          </a:xfrm>
        </p:spPr>
        <p:txBody>
          <a:bodyPr/>
          <a:lstStyle>
            <a:lvl1pPr>
              <a:lnSpc>
                <a:spcPts val="2600"/>
              </a:lnSpc>
              <a:defRPr sz="2100"/>
            </a:lvl1pPr>
            <a:lvl2pPr>
              <a:lnSpc>
                <a:spcPts val="2600"/>
              </a:lnSpc>
              <a:defRPr sz="2100"/>
            </a:lvl2pPr>
            <a:lvl3pPr>
              <a:lnSpc>
                <a:spcPts val="2600"/>
              </a:lnSpc>
              <a:defRPr sz="2100"/>
            </a:lvl3pPr>
            <a:lvl4pPr>
              <a:lnSpc>
                <a:spcPts val="2600"/>
              </a:lnSpc>
              <a:defRPr sz="2100"/>
            </a:lvl4pPr>
            <a:lvl5pPr>
              <a:lnSpc>
                <a:spcPts val="2600"/>
              </a:lnSpc>
              <a:defRPr sz="2100"/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1611402942" name="Inhaltsplatzhalter 2"/>
          <p:cNvSpPr>
            <a:spLocks noGrp="1"/>
          </p:cNvSpPr>
          <p:nvPr>
            <p:ph idx="10" hasCustomPrompt="1"/>
          </p:nvPr>
        </p:nvSpPr>
        <p:spPr bwMode="auto">
          <a:xfrm>
            <a:off x="5357532" y="1095375"/>
            <a:ext cx="3427487" cy="3386625"/>
          </a:xfrm>
        </p:spPr>
        <p:txBody>
          <a:bodyPr/>
          <a:lstStyle>
            <a:lvl1pPr>
              <a:lnSpc>
                <a:spcPts val="2600"/>
              </a:lnSpc>
              <a:defRPr sz="2100"/>
            </a:lvl1pPr>
            <a:lvl2pPr>
              <a:lnSpc>
                <a:spcPts val="2600"/>
              </a:lnSpc>
              <a:defRPr sz="2100"/>
            </a:lvl2pPr>
            <a:lvl3pPr>
              <a:lnSpc>
                <a:spcPts val="2600"/>
              </a:lnSpc>
              <a:defRPr sz="2100"/>
            </a:lvl3pPr>
            <a:lvl4pPr>
              <a:lnSpc>
                <a:spcPts val="2600"/>
              </a:lnSpc>
              <a:defRPr sz="2100"/>
            </a:lvl4pPr>
            <a:lvl5pPr>
              <a:lnSpc>
                <a:spcPts val="2600"/>
              </a:lnSpc>
              <a:defRPr sz="2100"/>
            </a:lvl5pPr>
          </a:lstStyle>
          <a:p>
            <a:pPr lvl="0">
              <a:defRPr/>
            </a:pPr>
            <a:r>
              <a:rPr lang="de-CH"/>
              <a:t>Text durch Klicken hinzufügen 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910498250" name="Foliennummernplatzhalter 2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37932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889169918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1_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527547" name="Foliennummernplatzhalter 1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40994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6230877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146672715" name="Textplatzhalter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295400" y="1104105"/>
            <a:ext cx="2445879" cy="3375820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2pPr marL="201216" indent="0">
              <a:buFontTx/>
              <a:buNone/>
              <a:defRPr/>
            </a:lvl2pPr>
            <a:lvl3pPr marL="403622" indent="0">
              <a:buFontTx/>
              <a:buNone/>
              <a:defRPr/>
            </a:lvl3pPr>
            <a:lvl4pPr marL="604838" indent="0">
              <a:buFontTx/>
              <a:buNone/>
              <a:defRPr/>
            </a:lvl4pPr>
            <a:lvl5pPr marL="807244" indent="0"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30564759" name="Bildplatzhalt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4035250" y="1104106"/>
            <a:ext cx="4749975" cy="3375819"/>
          </a:xfrm>
        </p:spPr>
        <p:txBody>
          <a:bodyPr/>
          <a:lstStyle>
            <a:lvl1pPr>
              <a:lnSpc>
                <a:spcPts val="2600"/>
              </a:lnSpc>
              <a:defRPr sz="2100"/>
            </a:lvl1pPr>
          </a:lstStyle>
          <a:p>
            <a:pPr>
              <a:defRPr/>
            </a:pPr>
            <a:r>
              <a:rPr lang="de-DE"/>
              <a:t>Bild durch Klicken auf Symbol hinzufügen oder Bild anklicken und Bild via Mediaset auswählen</a:t>
            </a:r>
            <a:endParaRPr lang="de-CH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gro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39301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949671217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95399" y="1095375"/>
            <a:ext cx="7489825" cy="3393281"/>
          </a:xfrm>
          <a:prstGeom prst="rect">
            <a:avLst/>
          </a:prstGeom>
          <a:noFill/>
        </p:spPr>
        <p:txBody>
          <a:bodyPr/>
          <a:lstStyle>
            <a:lvl1pPr marL="201216" marR="0" indent="-201216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14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CH"/>
              <a:t>Bild durch Klicken auf Symbol hinzufügen oder Bild anklicken und Bild via Mediaset auswählen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Hinter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30764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1688694288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451228485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14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CH"/>
              <a:t>Bild durch Klicken auf Symbol hinzufügen oder Bild anklicken und Bild via Mediaset auswählen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Weisser Text vor Hintergrundbild, mit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28417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2094528544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276110612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14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Bild einfügen durch Bild anklicken und Bild via </a:t>
            </a:r>
            <a:r>
              <a:rPr lang="de-CH"/>
              <a:t>Mediaset auswählen oder via Einfügen &gt; Bilder</a:t>
            </a:r>
            <a:br>
              <a:rPr lang="de-CH"/>
            </a:br>
            <a:r>
              <a:rPr lang="de-CH"/>
              <a:t>2. Bild verdunkeln &gt; Rechtsklick auf Bild &gt; Grafik formatieren &gt; Bildkorrekturen &gt; Helligkeit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81625615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01249" y="2050608"/>
            <a:ext cx="8141501" cy="21293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600"/>
              </a:lnSpc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Weisser Text vor Hintergrund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534042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420832016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Bild einfügen durch Bild anklicken und Bild via </a:t>
            </a:r>
            <a:r>
              <a:rPr lang="de-CH"/>
              <a:t>Mediaset auswählen oder via Einfügen &gt; Bilder</a:t>
            </a:r>
            <a:br>
              <a:rPr lang="de-CH"/>
            </a:br>
            <a:r>
              <a:rPr lang="de-CH"/>
              <a:t>2. Bild verdunkeln &gt; Rechtsklick auf Bild &gt; Grafik formatieren &gt; Bildkorrekturen &gt; Helligkeit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786696980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01249" y="2050608"/>
            <a:ext cx="8141501" cy="21293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600"/>
              </a:lnSpc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Hintergrund 1 Punk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64280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21320273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234638918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9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866270745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295399" y="2131694"/>
            <a:ext cx="7490223" cy="2012964"/>
          </a:xfrm>
          <a:prstGeom prst="roundRect">
            <a:avLst>
              <a:gd name="adj" fmla="val 8657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216000" tIns="540000" rIns="216000" bIns="216000"/>
          <a:lstStyle>
            <a:lvl1pPr marL="0" indent="0">
              <a:buNone/>
              <a:defRPr sz="2100"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1220631026" name="Textplatzhalt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295399" y="1517688"/>
            <a:ext cx="7490223" cy="918746"/>
          </a:xfrm>
          <a:prstGeom prst="round2SameRect">
            <a:avLst>
              <a:gd name="adj1" fmla="val 19221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216000" tIns="180000" rIns="360000"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246228422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8244510" y="174762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Hintergrund 2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45619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2096314349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241714034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9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274732408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295399" y="2131693"/>
            <a:ext cx="3636462" cy="2879717"/>
          </a:xfrm>
          <a:prstGeom prst="roundRect">
            <a:avLst>
              <a:gd name="adj" fmla="val 5977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216000" tIns="540000" rIns="216000" bIns="216000"/>
          <a:lstStyle>
            <a:lvl1pPr marL="0" indent="0">
              <a:lnSpc>
                <a:spcPts val="2600"/>
              </a:lnSpc>
              <a:buNone/>
              <a:defRPr sz="2100"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1015041320" name="Textplatzhalt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295399" y="1517688"/>
            <a:ext cx="3636462" cy="960041"/>
          </a:xfrm>
          <a:prstGeom prst="round2SameRect">
            <a:avLst>
              <a:gd name="adj1" fmla="val 18288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216000" tIns="180000" rIns="360000"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322712889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81175" y="174762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1109357855" name="Textplatzhalter 10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145364" y="2131693"/>
            <a:ext cx="3636462" cy="2879717"/>
          </a:xfrm>
          <a:prstGeom prst="roundRect">
            <a:avLst>
              <a:gd name="adj" fmla="val 5977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216000" tIns="540000" rIns="216000" bIns="216000"/>
          <a:lstStyle>
            <a:lvl1pPr marL="0" indent="0">
              <a:lnSpc>
                <a:spcPts val="2600"/>
              </a:lnSpc>
              <a:buNone/>
              <a:defRPr sz="2100"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719779311" name="Textplatzhalter 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145364" y="1517688"/>
            <a:ext cx="3636462" cy="960041"/>
          </a:xfrm>
          <a:prstGeom prst="round2SameRect">
            <a:avLst>
              <a:gd name="adj1" fmla="val 18288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216000" tIns="180000" rIns="360000"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577462430" name="Bildplatzhalter 4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8231139" y="174762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Hintergrund 3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81418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776103577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604899850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9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429800653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306018" y="2333848"/>
            <a:ext cx="2325292" cy="2359596"/>
          </a:xfrm>
          <a:prstGeom prst="roundRect">
            <a:avLst>
              <a:gd name="adj" fmla="val 6521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72000" tIns="540000" rIns="216000" bIns="216000"/>
          <a:lstStyle>
            <a:lvl1pPr marL="0" indent="0">
              <a:lnSpc>
                <a:spcPts val="2600"/>
              </a:lnSpc>
              <a:buNone/>
              <a:defRPr sz="2100"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1733326599" name="Textplatzhalt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306018" y="1517688"/>
            <a:ext cx="2325292" cy="1177665"/>
          </a:xfrm>
          <a:prstGeom prst="round2SameRect">
            <a:avLst>
              <a:gd name="adj1" fmla="val 1828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72000" tIns="72000" rIns="72000"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607686401" name="Textplatzhalter 10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460527" y="2333846"/>
            <a:ext cx="2325292" cy="2359598"/>
          </a:xfrm>
          <a:prstGeom prst="roundRect">
            <a:avLst>
              <a:gd name="adj" fmla="val 6521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72000" tIns="540000" rIns="216000" bIns="216000"/>
          <a:lstStyle>
            <a:lvl1pPr marL="0" indent="0">
              <a:lnSpc>
                <a:spcPts val="2600"/>
              </a:lnSpc>
              <a:buNone/>
              <a:defRPr sz="2100"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1226222905" name="Textplatzhalter 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60527" y="1517688"/>
            <a:ext cx="2325292" cy="1177665"/>
          </a:xfrm>
          <a:prstGeom prst="round2SameRect">
            <a:avLst>
              <a:gd name="adj1" fmla="val 1828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72000" tIns="72000" rIns="72000"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307563064" name="Textplatzhalter 10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3883272" y="2333846"/>
            <a:ext cx="2325292" cy="2359597"/>
          </a:xfrm>
          <a:prstGeom prst="roundRect">
            <a:avLst>
              <a:gd name="adj" fmla="val 6521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72000" tIns="540000" rIns="216000" bIns="216000"/>
          <a:lstStyle>
            <a:lvl1pPr marL="0" indent="0">
              <a:lnSpc>
                <a:spcPts val="2600"/>
              </a:lnSpc>
              <a:buNone/>
              <a:defRPr sz="2100"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921511616" name="Textplatzhalter 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83272" y="1517688"/>
            <a:ext cx="2325292" cy="1177665"/>
          </a:xfrm>
          <a:prstGeom prst="round2SameRect">
            <a:avLst>
              <a:gd name="adj1" fmla="val 1828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72000" tIns="72000" rIns="72000"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Tabelle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95280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710058662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992433710" name="Tabellenplatzhalter 5"/>
          <p:cNvSpPr>
            <a:spLocks noGrp="1"/>
          </p:cNvSpPr>
          <p:nvPr>
            <p:ph type="tbl" sz="quarter" idx="11"/>
          </p:nvPr>
        </p:nvSpPr>
        <p:spPr bwMode="auto">
          <a:xfrm>
            <a:off x="3525671" y="1095376"/>
            <a:ext cx="5257694" cy="3384550"/>
          </a:xfrm>
        </p:spPr>
        <p:txBody>
          <a:bodyPr/>
          <a:lstStyle>
            <a:lvl1pPr marL="201216" marR="0" indent="-201216" algn="l" defTabSz="685800" rtl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21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Tabelle durch Klicken auf Symbol hinzufügen</a:t>
            </a:r>
            <a:endParaRPr lang="de-CH"/>
          </a:p>
        </p:txBody>
      </p:sp>
      <p:sp>
        <p:nvSpPr>
          <p:cNvPr id="508252650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295399" y="1095376"/>
            <a:ext cx="2163367" cy="3384550"/>
          </a:xfrm>
        </p:spPr>
        <p:txBody>
          <a:bodyPr/>
          <a:lstStyle>
            <a:lvl1pPr marL="0" indent="0">
              <a:lnSpc>
                <a:spcPts val="2600"/>
              </a:lnSpc>
              <a:buClrTx/>
              <a:buFontTx/>
              <a:buNone/>
              <a:defRPr sz="2100"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Tabelle gro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77770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493777898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194022512" name="Tabellenplatzhalter 5"/>
          <p:cNvSpPr>
            <a:spLocks noGrp="1"/>
          </p:cNvSpPr>
          <p:nvPr>
            <p:ph type="tbl" sz="quarter" idx="11"/>
          </p:nvPr>
        </p:nvSpPr>
        <p:spPr bwMode="auto">
          <a:xfrm>
            <a:off x="1295400" y="1095375"/>
            <a:ext cx="7478440" cy="3393281"/>
          </a:xfrm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21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Tabelle durch Klicken auf Symbol hinzufügen</a:t>
            </a:r>
            <a:endParaRPr lang="de-CH"/>
          </a:p>
          <a:p>
            <a:pPr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Diagramm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29882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491855454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68094933" name="Diagrammplatzhalter 5"/>
          <p:cNvSpPr>
            <a:spLocks noGrp="1"/>
          </p:cNvSpPr>
          <p:nvPr>
            <p:ph type="chart" sz="quarter" idx="11"/>
          </p:nvPr>
        </p:nvSpPr>
        <p:spPr bwMode="auto">
          <a:xfrm>
            <a:off x="3529012" y="1095376"/>
            <a:ext cx="5256900" cy="3376216"/>
          </a:xfrm>
        </p:spPr>
        <p:txBody>
          <a:bodyPr/>
          <a:lstStyle>
            <a:lvl1pPr marL="201216" marR="0" indent="-201216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21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Diagramm durch Klicken auf Symbol hinzufügen</a:t>
            </a:r>
            <a:endParaRPr lang="de-CH"/>
          </a:p>
          <a:p>
            <a:pPr>
              <a:defRPr/>
            </a:pPr>
            <a:endParaRPr lang="de-CH"/>
          </a:p>
        </p:txBody>
      </p:sp>
      <p:sp>
        <p:nvSpPr>
          <p:cNvPr id="184518113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295399" y="1095376"/>
            <a:ext cx="2163367" cy="3384550"/>
          </a:xfrm>
        </p:spPr>
        <p:txBody>
          <a:bodyPr/>
          <a:lstStyle>
            <a:lvl1pPr marL="0" indent="0">
              <a:lnSpc>
                <a:spcPts val="2600"/>
              </a:lnSpc>
              <a:buClrTx/>
              <a:buFontTx/>
              <a:buNone/>
              <a:defRPr sz="2100"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Diagramm gro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62604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236637358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211499755" name="Diagrammplatzhalter 5"/>
          <p:cNvSpPr>
            <a:spLocks noGrp="1"/>
          </p:cNvSpPr>
          <p:nvPr>
            <p:ph type="chart" sz="quarter" idx="11"/>
          </p:nvPr>
        </p:nvSpPr>
        <p:spPr bwMode="auto">
          <a:xfrm>
            <a:off x="1295400" y="1095375"/>
            <a:ext cx="7478441" cy="3393281"/>
          </a:xfrm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21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Diagramm durch Klicken auf Symbol hinzufügen</a:t>
            </a:r>
            <a:endParaRPr lang="de-CH"/>
          </a:p>
          <a:p>
            <a:pPr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Schweizer Karte 4 Kategori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29805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48812167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772042414" name="AutoShape 77"/>
          <p:cNvSpPr>
            <a:spLocks noChangeArrowheads="1" noChangeAspect="1" noTextEdit="1"/>
          </p:cNvSpPr>
          <p:nvPr userDrawn="1"/>
        </p:nvSpPr>
        <p:spPr bwMode="auto">
          <a:xfrm>
            <a:off x="3236894" y="1089485"/>
            <a:ext cx="5548313" cy="3615928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/>
          </a:bodyPr>
          <a:lstStyle/>
          <a:p>
            <a:pPr>
              <a:defRPr/>
            </a:pPr>
            <a:endParaRPr lang="de-CH" sz="1350"/>
          </a:p>
        </p:txBody>
      </p:sp>
      <p:sp>
        <p:nvSpPr>
          <p:cNvPr id="1337437010" name="AutoShape 77"/>
          <p:cNvSpPr>
            <a:spLocks noChangeArrowheads="1" noChangeAspect="1" noTextEdit="1"/>
          </p:cNvSpPr>
          <p:nvPr userDrawn="1"/>
        </p:nvSpPr>
        <p:spPr bwMode="auto">
          <a:xfrm>
            <a:off x="3237310" y="1075045"/>
            <a:ext cx="5548313" cy="3615928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/>
          </a:bodyPr>
          <a:lstStyle/>
          <a:p>
            <a:pPr>
              <a:defRPr/>
            </a:pPr>
            <a:endParaRPr lang="de-CH" sz="1350"/>
          </a:p>
        </p:txBody>
      </p:sp>
      <p:sp>
        <p:nvSpPr>
          <p:cNvPr id="456030691" name="Rectangle 108"/>
          <p:cNvSpPr>
            <a:spLocks noChangeArrowheads="1"/>
          </p:cNvSpPr>
          <p:nvPr userDrawn="1"/>
        </p:nvSpPr>
        <p:spPr bwMode="auto">
          <a:xfrm>
            <a:off x="6986588" y="2504985"/>
            <a:ext cx="68930" cy="150041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/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>
              <a:defRPr>
                <a:solidFill>
                  <a:schemeClr val="tx1"/>
                </a:solidFill>
                <a:latin typeface="Arial"/>
              </a:defRPr>
            </a:lvl2pPr>
            <a:lvl3pPr>
              <a:defRPr>
                <a:solidFill>
                  <a:schemeClr val="tx1"/>
                </a:solidFill>
                <a:latin typeface="Arial"/>
              </a:defRPr>
            </a:lvl3pPr>
            <a:lvl4pPr>
              <a:defRPr>
                <a:solidFill>
                  <a:schemeClr val="tx1"/>
                </a:solidFill>
                <a:latin typeface="Arial"/>
              </a:defRPr>
            </a:lvl4pPr>
            <a:lvl5pPr>
              <a:defRPr>
                <a:solidFill>
                  <a:schemeClr val="tx1"/>
                </a:solidFill>
                <a:latin typeface="Arial"/>
              </a:defRPr>
            </a:lvl5pPr>
            <a:lvl6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DE" sz="1000" b="0" i="0" u="none" strike="noStrike" cap="none">
                <a:ln>
                  <a:noFill/>
                </a:ln>
                <a:solidFill>
                  <a:srgbClr val="000000"/>
                </a:solidFill>
                <a:latin typeface="Arial"/>
              </a:rPr>
              <a:t>L</a:t>
            </a:r>
            <a:endParaRPr lang="de-DE" sz="135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grpSp>
        <p:nvGrpSpPr>
          <p:cNvPr id="20823168" name="Kantonsbezeichnungen"/>
          <p:cNvGrpSpPr/>
          <p:nvPr userDrawn="1"/>
        </p:nvGrpSpPr>
        <p:grpSpPr bwMode="auto">
          <a:xfrm>
            <a:off x="3375423" y="1171486"/>
            <a:ext cx="4296399" cy="3002778"/>
            <a:chOff x="4500563" y="1473200"/>
            <a:chExt cx="5728532" cy="4003705"/>
          </a:xfrm>
        </p:grpSpPr>
        <p:sp>
          <p:nvSpPr>
            <p:cNvPr id="116" name="Rectangle 99"/>
            <p:cNvSpPr>
              <a:spLocks noChangeArrowheads="1"/>
            </p:cNvSpPr>
            <p:nvPr userDrawn="1"/>
          </p:nvSpPr>
          <p:spPr bwMode="auto">
            <a:xfrm>
              <a:off x="7788277" y="2116137"/>
              <a:ext cx="241520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AG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17" name="Rectangle 100"/>
            <p:cNvSpPr>
              <a:spLocks noChangeArrowheads="1"/>
            </p:cNvSpPr>
            <p:nvPr userDrawn="1"/>
          </p:nvSpPr>
          <p:spPr bwMode="auto">
            <a:xfrm>
              <a:off x="8548689" y="2284413"/>
              <a:ext cx="22228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ZH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18" name="Rectangle 101"/>
            <p:cNvSpPr>
              <a:spLocks noChangeArrowheads="1"/>
            </p:cNvSpPr>
            <p:nvPr userDrawn="1"/>
          </p:nvSpPr>
          <p:spPr bwMode="auto">
            <a:xfrm>
              <a:off x="8377238" y="1473200"/>
              <a:ext cx="230832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SH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19" name="Rectangle 102"/>
            <p:cNvSpPr>
              <a:spLocks noChangeArrowheads="1"/>
            </p:cNvSpPr>
            <p:nvPr userDrawn="1"/>
          </p:nvSpPr>
          <p:spPr bwMode="auto">
            <a:xfrm>
              <a:off x="9185277" y="1793875"/>
              <a:ext cx="232971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TG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0" name="Rectangle 103"/>
            <p:cNvSpPr>
              <a:spLocks noChangeArrowheads="1"/>
            </p:cNvSpPr>
            <p:nvPr userDrawn="1"/>
          </p:nvSpPr>
          <p:spPr bwMode="auto">
            <a:xfrm>
              <a:off x="9553577" y="2338388"/>
              <a:ext cx="230832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AR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1" name="Rectangle 104"/>
            <p:cNvSpPr>
              <a:spLocks noChangeArrowheads="1"/>
            </p:cNvSpPr>
            <p:nvPr userDrawn="1"/>
          </p:nvSpPr>
          <p:spPr bwMode="auto">
            <a:xfrm>
              <a:off x="9786938" y="2530475"/>
              <a:ext cx="15816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AI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2" name="Rectangle 105"/>
            <p:cNvSpPr>
              <a:spLocks noChangeArrowheads="1"/>
            </p:cNvSpPr>
            <p:nvPr userDrawn="1"/>
          </p:nvSpPr>
          <p:spPr bwMode="auto">
            <a:xfrm>
              <a:off x="9721851" y="2946400"/>
              <a:ext cx="241520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SG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3" name="Rectangle 106"/>
            <p:cNvSpPr>
              <a:spLocks noChangeArrowheads="1"/>
            </p:cNvSpPr>
            <p:nvPr userDrawn="1"/>
          </p:nvSpPr>
          <p:spPr bwMode="auto">
            <a:xfrm>
              <a:off x="9979026" y="3748088"/>
              <a:ext cx="250069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GR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4" name="Rectangle 107"/>
            <p:cNvSpPr>
              <a:spLocks noChangeArrowheads="1"/>
            </p:cNvSpPr>
            <p:nvPr userDrawn="1"/>
          </p:nvSpPr>
          <p:spPr bwMode="auto">
            <a:xfrm>
              <a:off x="9185276" y="3251200"/>
              <a:ext cx="130379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G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6" name="Rectangle 109"/>
            <p:cNvSpPr>
              <a:spLocks noChangeArrowheads="1"/>
            </p:cNvSpPr>
            <p:nvPr userDrawn="1"/>
          </p:nvSpPr>
          <p:spPr bwMode="auto">
            <a:xfrm>
              <a:off x="8553451" y="3748088"/>
              <a:ext cx="239381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UR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7" name="Rectangle 110"/>
            <p:cNvSpPr>
              <a:spLocks noChangeArrowheads="1"/>
            </p:cNvSpPr>
            <p:nvPr userDrawn="1"/>
          </p:nvSpPr>
          <p:spPr bwMode="auto">
            <a:xfrm>
              <a:off x="8169276" y="3403600"/>
              <a:ext cx="27785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NW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8" name="Rectangle 111"/>
            <p:cNvSpPr>
              <a:spLocks noChangeArrowheads="1"/>
            </p:cNvSpPr>
            <p:nvPr userDrawn="1"/>
          </p:nvSpPr>
          <p:spPr bwMode="auto">
            <a:xfrm>
              <a:off x="7793038" y="3611563"/>
              <a:ext cx="288541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OW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29" name="Rectangle 112"/>
            <p:cNvSpPr>
              <a:spLocks noChangeArrowheads="1"/>
            </p:cNvSpPr>
            <p:nvPr userDrawn="1"/>
          </p:nvSpPr>
          <p:spPr bwMode="auto">
            <a:xfrm>
              <a:off x="8145463" y="3795714"/>
              <a:ext cx="288541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OW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0" name="Rectangle 113"/>
            <p:cNvSpPr>
              <a:spLocks noChangeArrowheads="1"/>
            </p:cNvSpPr>
            <p:nvPr userDrawn="1"/>
          </p:nvSpPr>
          <p:spPr bwMode="auto">
            <a:xfrm>
              <a:off x="8753476" y="3114675"/>
              <a:ext cx="21373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SZ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1" name="Rectangle 114"/>
            <p:cNvSpPr>
              <a:spLocks noChangeArrowheads="1"/>
            </p:cNvSpPr>
            <p:nvPr userDrawn="1"/>
          </p:nvSpPr>
          <p:spPr bwMode="auto">
            <a:xfrm>
              <a:off x="8408988" y="2835275"/>
              <a:ext cx="232971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ZG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2" name="Rectangle 115"/>
            <p:cNvSpPr>
              <a:spLocks noChangeArrowheads="1"/>
            </p:cNvSpPr>
            <p:nvPr userDrawn="1"/>
          </p:nvSpPr>
          <p:spPr bwMode="auto">
            <a:xfrm>
              <a:off x="7793038" y="3067049"/>
              <a:ext cx="211597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LU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3" name="Rectangle 116"/>
            <p:cNvSpPr>
              <a:spLocks noChangeArrowheads="1"/>
            </p:cNvSpPr>
            <p:nvPr userDrawn="1"/>
          </p:nvSpPr>
          <p:spPr bwMode="auto">
            <a:xfrm>
              <a:off x="7088188" y="1657349"/>
              <a:ext cx="22228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BS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4" name="Rectangle 117"/>
            <p:cNvSpPr>
              <a:spLocks noChangeArrowheads="1"/>
            </p:cNvSpPr>
            <p:nvPr userDrawn="1"/>
          </p:nvSpPr>
          <p:spPr bwMode="auto">
            <a:xfrm>
              <a:off x="7191375" y="2185988"/>
              <a:ext cx="203048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BL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6" name="Rectangle 119"/>
            <p:cNvSpPr>
              <a:spLocks noChangeArrowheads="1"/>
            </p:cNvSpPr>
            <p:nvPr userDrawn="1"/>
          </p:nvSpPr>
          <p:spPr bwMode="auto">
            <a:xfrm>
              <a:off x="6617482" y="2095243"/>
              <a:ext cx="241520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SO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7" name="Rectangle 120"/>
            <p:cNvSpPr>
              <a:spLocks noChangeArrowheads="1"/>
            </p:cNvSpPr>
            <p:nvPr userDrawn="1"/>
          </p:nvSpPr>
          <p:spPr bwMode="auto">
            <a:xfrm>
              <a:off x="6175376" y="2393949"/>
              <a:ext cx="203048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JU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8" name="Rectangle 121"/>
            <p:cNvSpPr>
              <a:spLocks noChangeArrowheads="1"/>
            </p:cNvSpPr>
            <p:nvPr userDrawn="1"/>
          </p:nvSpPr>
          <p:spPr bwMode="auto">
            <a:xfrm>
              <a:off x="6999288" y="3692526"/>
              <a:ext cx="22228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BE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39" name="Rectangle 122"/>
            <p:cNvSpPr>
              <a:spLocks noChangeArrowheads="1"/>
            </p:cNvSpPr>
            <p:nvPr userDrawn="1"/>
          </p:nvSpPr>
          <p:spPr bwMode="auto">
            <a:xfrm>
              <a:off x="6151562" y="3900488"/>
              <a:ext cx="22228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FR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0" name="Rectangle 123"/>
            <p:cNvSpPr>
              <a:spLocks noChangeArrowheads="1"/>
            </p:cNvSpPr>
            <p:nvPr userDrawn="1"/>
          </p:nvSpPr>
          <p:spPr bwMode="auto">
            <a:xfrm>
              <a:off x="5678488" y="3732214"/>
              <a:ext cx="22228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FR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1" name="Rectangle 124"/>
            <p:cNvSpPr>
              <a:spLocks noChangeArrowheads="1"/>
            </p:cNvSpPr>
            <p:nvPr userDrawn="1"/>
          </p:nvSpPr>
          <p:spPr bwMode="auto">
            <a:xfrm>
              <a:off x="5670551" y="3243263"/>
              <a:ext cx="230832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NE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2" name="Rectangle 125"/>
            <p:cNvSpPr>
              <a:spLocks noChangeArrowheads="1"/>
            </p:cNvSpPr>
            <p:nvPr userDrawn="1"/>
          </p:nvSpPr>
          <p:spPr bwMode="auto">
            <a:xfrm>
              <a:off x="5310188" y="4284663"/>
              <a:ext cx="230832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VD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3" name="Rectangle 126"/>
            <p:cNvSpPr>
              <a:spLocks noChangeArrowheads="1"/>
            </p:cNvSpPr>
            <p:nvPr userDrawn="1"/>
          </p:nvSpPr>
          <p:spPr bwMode="auto">
            <a:xfrm>
              <a:off x="4500563" y="5276850"/>
              <a:ext cx="241520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GE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4" name="Rectangle 127"/>
            <p:cNvSpPr>
              <a:spLocks noChangeArrowheads="1"/>
            </p:cNvSpPr>
            <p:nvPr userDrawn="1"/>
          </p:nvSpPr>
          <p:spPr bwMode="auto">
            <a:xfrm>
              <a:off x="6911976" y="5205413"/>
              <a:ext cx="222283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VS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5" name="Rectangle 128"/>
            <p:cNvSpPr>
              <a:spLocks noChangeArrowheads="1"/>
            </p:cNvSpPr>
            <p:nvPr userDrawn="1"/>
          </p:nvSpPr>
          <p:spPr bwMode="auto">
            <a:xfrm>
              <a:off x="8824914" y="4740275"/>
              <a:ext cx="149612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TI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146" name="Rectangle 129"/>
            <p:cNvSpPr>
              <a:spLocks noChangeArrowheads="1"/>
            </p:cNvSpPr>
            <p:nvPr userDrawn="1"/>
          </p:nvSpPr>
          <p:spPr bwMode="auto">
            <a:xfrm>
              <a:off x="6935788" y="2466975"/>
              <a:ext cx="241520" cy="20005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>
                  <a:ln>
                    <a:noFill/>
                  </a:ln>
                  <a:solidFill>
                    <a:srgbClr val="000000"/>
                  </a:solidFill>
                  <a:latin typeface="Arial"/>
                </a:rPr>
                <a:t>SO</a:t>
              </a:r>
              <a:endParaRPr lang="de-DE" sz="135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</p:grpSp>
      <p:sp>
        <p:nvSpPr>
          <p:cNvPr id="846400674" name="Textplatzhalter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310891" y="1104739"/>
            <a:ext cx="3070612" cy="1939526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2pPr marL="201216" indent="0">
              <a:buFontTx/>
              <a:buNone/>
              <a:defRPr/>
            </a:lvl2pPr>
            <a:lvl3pPr marL="403622" indent="0">
              <a:buFontTx/>
              <a:buNone/>
              <a:defRPr/>
            </a:lvl3pPr>
            <a:lvl4pPr marL="604838" indent="0">
              <a:buFontTx/>
              <a:buNone/>
              <a:defRPr/>
            </a:lvl4pPr>
            <a:lvl5pPr marL="807244" indent="0"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hinzufügen, Kantonfarbe ändern: Kanton anklicken &gt; Format &gt; Fülleffekt &gt; Designfarbe wählen</a:t>
            </a:r>
            <a:endParaRPr lang="de-CH"/>
          </a:p>
        </p:txBody>
      </p:sp>
      <p:sp>
        <p:nvSpPr>
          <p:cNvPr id="1859261887" name="Rechteck 147"/>
          <p:cNvSpPr/>
          <p:nvPr userDrawn="1"/>
        </p:nvSpPr>
        <p:spPr bwMode="auto">
          <a:xfrm>
            <a:off x="1310457" y="3212602"/>
            <a:ext cx="239231" cy="239231"/>
          </a:xfrm>
          <a:prstGeom prst="rect">
            <a:avLst/>
          </a:prstGeom>
          <a:solidFill>
            <a:srgbClr val="58585A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Times"/>
            </a:endParaRPr>
          </a:p>
        </p:txBody>
      </p:sp>
      <p:sp>
        <p:nvSpPr>
          <p:cNvPr id="198412356" name="Rechteck 148"/>
          <p:cNvSpPr/>
          <p:nvPr userDrawn="1"/>
        </p:nvSpPr>
        <p:spPr bwMode="auto">
          <a:xfrm>
            <a:off x="1310457" y="3572995"/>
            <a:ext cx="239231" cy="239231"/>
          </a:xfrm>
          <a:prstGeom prst="rect">
            <a:avLst/>
          </a:prstGeom>
          <a:solidFill>
            <a:srgbClr val="3366CC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Times"/>
            </a:endParaRPr>
          </a:p>
        </p:txBody>
      </p:sp>
      <p:sp>
        <p:nvSpPr>
          <p:cNvPr id="1023188840" name="Rechteck 149"/>
          <p:cNvSpPr/>
          <p:nvPr userDrawn="1"/>
        </p:nvSpPr>
        <p:spPr bwMode="auto">
          <a:xfrm>
            <a:off x="1310457" y="3939185"/>
            <a:ext cx="239231" cy="239231"/>
          </a:xfrm>
          <a:prstGeom prst="rect">
            <a:avLst/>
          </a:prstGeom>
          <a:solidFill>
            <a:srgbClr val="1FA3B7">
              <a:alpha val="2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Times"/>
            </a:endParaRPr>
          </a:p>
        </p:txBody>
      </p:sp>
      <p:sp>
        <p:nvSpPr>
          <p:cNvPr id="903676516" name="Rechteck 150"/>
          <p:cNvSpPr/>
          <p:nvPr userDrawn="1"/>
        </p:nvSpPr>
        <p:spPr bwMode="auto">
          <a:xfrm>
            <a:off x="1310457" y="4294963"/>
            <a:ext cx="239231" cy="239231"/>
          </a:xfrm>
          <a:prstGeom prst="rect">
            <a:avLst/>
          </a:prstGeom>
          <a:solidFill>
            <a:schemeClr val="accent5">
              <a:alpha val="2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Times"/>
            </a:endParaRPr>
          </a:p>
        </p:txBody>
      </p:sp>
      <p:sp>
        <p:nvSpPr>
          <p:cNvPr id="1429074834" name="Textplatzhalt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1631610" y="4302438"/>
            <a:ext cx="1726741" cy="233267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/>
            </a:lvl1pPr>
            <a:lvl2pPr marL="201216" indent="0">
              <a:lnSpc>
                <a:spcPct val="100000"/>
              </a:lnSpc>
              <a:buNone/>
              <a:defRPr sz="1050"/>
            </a:lvl2pPr>
            <a:lvl3pPr marL="403622" indent="0">
              <a:lnSpc>
                <a:spcPct val="100000"/>
              </a:lnSpc>
              <a:buNone/>
              <a:defRPr sz="1050"/>
            </a:lvl3pPr>
            <a:lvl4pPr marL="604838" indent="0">
              <a:lnSpc>
                <a:spcPct val="100000"/>
              </a:lnSpc>
              <a:buNone/>
              <a:defRPr sz="1050"/>
            </a:lvl4pPr>
            <a:lvl5pPr marL="807244" indent="0">
              <a:lnSpc>
                <a:spcPct val="100000"/>
              </a:lnSpc>
              <a:buNone/>
              <a:defRPr sz="1050"/>
            </a:lvl5pPr>
          </a:lstStyle>
          <a:p>
            <a:pPr lvl="0">
              <a:defRPr/>
            </a:pPr>
            <a:r>
              <a:rPr lang="de-CH"/>
              <a:t>Kategorie 4 hinzufügen</a:t>
            </a:r>
            <a:endParaRPr/>
          </a:p>
        </p:txBody>
      </p:sp>
      <p:sp>
        <p:nvSpPr>
          <p:cNvPr id="1979373051" name="Textplatzhalt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631611" y="3942045"/>
            <a:ext cx="1726741" cy="233267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/>
            </a:lvl1pPr>
            <a:lvl2pPr marL="201216" indent="0">
              <a:lnSpc>
                <a:spcPct val="100000"/>
              </a:lnSpc>
              <a:buNone/>
              <a:defRPr sz="1050"/>
            </a:lvl2pPr>
            <a:lvl3pPr marL="403622" indent="0">
              <a:lnSpc>
                <a:spcPct val="100000"/>
              </a:lnSpc>
              <a:buNone/>
              <a:defRPr sz="1050"/>
            </a:lvl3pPr>
            <a:lvl4pPr marL="604838" indent="0">
              <a:lnSpc>
                <a:spcPct val="100000"/>
              </a:lnSpc>
              <a:buNone/>
              <a:defRPr sz="1050"/>
            </a:lvl4pPr>
            <a:lvl5pPr marL="807244" indent="0">
              <a:lnSpc>
                <a:spcPct val="100000"/>
              </a:lnSpc>
              <a:buNone/>
              <a:defRPr sz="1050"/>
            </a:lvl5pPr>
          </a:lstStyle>
          <a:p>
            <a:pPr lvl="0">
              <a:defRPr/>
            </a:pPr>
            <a:r>
              <a:rPr lang="de-CH"/>
              <a:t>Kategorie 3 hinzufügen</a:t>
            </a:r>
            <a:endParaRPr/>
          </a:p>
        </p:txBody>
      </p:sp>
      <p:sp>
        <p:nvSpPr>
          <p:cNvPr id="1044084962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631841" y="3578959"/>
            <a:ext cx="1726741" cy="233267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/>
            </a:lvl1pPr>
            <a:lvl2pPr marL="201216" indent="0">
              <a:lnSpc>
                <a:spcPct val="100000"/>
              </a:lnSpc>
              <a:buNone/>
              <a:defRPr sz="1050"/>
            </a:lvl2pPr>
            <a:lvl3pPr marL="403622" indent="0">
              <a:lnSpc>
                <a:spcPct val="100000"/>
              </a:lnSpc>
              <a:buNone/>
              <a:defRPr sz="1050"/>
            </a:lvl3pPr>
            <a:lvl4pPr marL="604838" indent="0">
              <a:lnSpc>
                <a:spcPct val="100000"/>
              </a:lnSpc>
              <a:buNone/>
              <a:defRPr sz="1050"/>
            </a:lvl4pPr>
            <a:lvl5pPr marL="807244" indent="0">
              <a:lnSpc>
                <a:spcPct val="100000"/>
              </a:lnSpc>
              <a:buNone/>
              <a:defRPr sz="1050"/>
            </a:lvl5pPr>
          </a:lstStyle>
          <a:p>
            <a:pPr lvl="0">
              <a:defRPr/>
            </a:pPr>
            <a:r>
              <a:rPr lang="de-CH"/>
              <a:t>Kategorie 2 hinzufügen</a:t>
            </a:r>
            <a:endParaRPr/>
          </a:p>
        </p:txBody>
      </p:sp>
      <p:sp>
        <p:nvSpPr>
          <p:cNvPr id="1527478160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631841" y="3208077"/>
            <a:ext cx="1726741" cy="243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/>
            </a:lvl1pPr>
            <a:lvl2pPr marL="201216" indent="0">
              <a:lnSpc>
                <a:spcPct val="100000"/>
              </a:lnSpc>
              <a:buNone/>
              <a:defRPr sz="1050"/>
            </a:lvl2pPr>
            <a:lvl3pPr marL="403622" indent="0">
              <a:lnSpc>
                <a:spcPct val="100000"/>
              </a:lnSpc>
              <a:buNone/>
              <a:defRPr sz="1050"/>
            </a:lvl3pPr>
            <a:lvl4pPr marL="604838" indent="0">
              <a:lnSpc>
                <a:spcPct val="100000"/>
              </a:lnSpc>
              <a:buNone/>
              <a:defRPr sz="1050"/>
            </a:lvl4pPr>
            <a:lvl5pPr marL="807244" indent="0">
              <a:lnSpc>
                <a:spcPct val="100000"/>
              </a:lnSpc>
              <a:buNone/>
              <a:defRPr sz="1050"/>
            </a:lvl5pPr>
          </a:lstStyle>
          <a:p>
            <a:pPr lvl="0">
              <a:defRPr/>
            </a:pPr>
            <a:r>
              <a:rPr lang="de-CH"/>
              <a:t>Kategorie 1 hinzufügen</a:t>
            </a:r>
            <a:endParaRPr/>
          </a:p>
        </p:txBody>
      </p:sp>
      <p:sp>
        <p:nvSpPr>
          <p:cNvPr id="572441672" name="Textplatzhalter 238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6549229" y="1630285"/>
            <a:ext cx="1143627" cy="991024"/>
          </a:xfrm>
          <a:custGeom>
            <a:avLst/>
            <a:gdLst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7008 w 1524927"/>
              <a:gd name="connsiteY5" fmla="*/ 673368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54530 w 1524927"/>
              <a:gd name="connsiteY20" fmla="*/ 764267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3 w 1524927"/>
              <a:gd name="connsiteY23" fmla="*/ 181172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8505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54530 w 1524927"/>
              <a:gd name="connsiteY20" fmla="*/ 764267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3 w 1524927"/>
              <a:gd name="connsiteY23" fmla="*/ 181172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2083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54530 w 1524927"/>
              <a:gd name="connsiteY20" fmla="*/ 764267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3 w 1524927"/>
              <a:gd name="connsiteY23" fmla="*/ 181172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2083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54530 w 1524927"/>
              <a:gd name="connsiteY20" fmla="*/ 764267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8678 w 1524927"/>
              <a:gd name="connsiteY23" fmla="*/ 190162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2083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54530 w 1524927"/>
              <a:gd name="connsiteY20" fmla="*/ 764267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2 w 1524927"/>
              <a:gd name="connsiteY23" fmla="*/ 185025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2083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54530 w 1524927"/>
              <a:gd name="connsiteY20" fmla="*/ 764267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2 w 1524927"/>
              <a:gd name="connsiteY23" fmla="*/ 185025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2083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59667 w 1524927"/>
              <a:gd name="connsiteY20" fmla="*/ 766835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2 w 1524927"/>
              <a:gd name="connsiteY23" fmla="*/ 185025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2083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60951 w 1524927"/>
              <a:gd name="connsiteY20" fmla="*/ 766835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2 w 1524927"/>
              <a:gd name="connsiteY23" fmla="*/ 185025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4927"/>
              <a:gd name="connsiteY0" fmla="*/ 108560 h 1313333"/>
              <a:gd name="connsiteX1" fmla="*/ 1137873 w 1524927"/>
              <a:gd name="connsiteY1" fmla="*/ 109735 h 1313333"/>
              <a:gd name="connsiteX2" fmla="*/ 1140546 w 1524927"/>
              <a:gd name="connsiteY2" fmla="*/ 223437 h 1313333"/>
              <a:gd name="connsiteX3" fmla="*/ 758210 w 1524927"/>
              <a:gd name="connsiteY3" fmla="*/ 223439 h 1313333"/>
              <a:gd name="connsiteX4" fmla="*/ 759546 w 1524927"/>
              <a:gd name="connsiteY4" fmla="*/ 670696 h 1313333"/>
              <a:gd name="connsiteX5" fmla="*/ 1319577 w 1524927"/>
              <a:gd name="connsiteY5" fmla="*/ 672083 h 1313333"/>
              <a:gd name="connsiteX6" fmla="*/ 1319685 w 1524927"/>
              <a:gd name="connsiteY6" fmla="*/ 397229 h 1313333"/>
              <a:gd name="connsiteX7" fmla="*/ 1477431 w 1524927"/>
              <a:gd name="connsiteY7" fmla="*/ 227449 h 1313333"/>
              <a:gd name="connsiteX8" fmla="*/ 1478767 w 1524927"/>
              <a:gd name="connsiteY8" fmla="*/ 109735 h 1313333"/>
              <a:gd name="connsiteX9" fmla="*/ 1215773 w 1524927"/>
              <a:gd name="connsiteY9" fmla="*/ 108560 h 1313333"/>
              <a:gd name="connsiteX10" fmla="*/ 1522085 w 1524927"/>
              <a:gd name="connsiteY10" fmla="*/ 0 h 1313333"/>
              <a:gd name="connsiteX11" fmla="*/ 1524927 w 1524927"/>
              <a:gd name="connsiteY11" fmla="*/ 390194 h 1313333"/>
              <a:gd name="connsiteX12" fmla="*/ 1417662 w 1524927"/>
              <a:gd name="connsiteY12" fmla="*/ 498045 h 1313333"/>
              <a:gd name="connsiteX13" fmla="*/ 1420417 w 1524927"/>
              <a:gd name="connsiteY13" fmla="*/ 953909 h 1313333"/>
              <a:gd name="connsiteX14" fmla="*/ 1517710 w 1524927"/>
              <a:gd name="connsiteY14" fmla="*/ 952838 h 1313333"/>
              <a:gd name="connsiteX15" fmla="*/ 1221915 w 1524927"/>
              <a:gd name="connsiteY15" fmla="*/ 1313333 h 1313333"/>
              <a:gd name="connsiteX16" fmla="*/ 777686 w 1524927"/>
              <a:gd name="connsiteY16" fmla="*/ 1313332 h 1313333"/>
              <a:gd name="connsiteX17" fmla="*/ 776515 w 1524927"/>
              <a:gd name="connsiteY17" fmla="*/ 1133793 h 1313333"/>
              <a:gd name="connsiteX18" fmla="*/ 645676 w 1524927"/>
              <a:gd name="connsiteY18" fmla="*/ 1136201 h 1313333"/>
              <a:gd name="connsiteX19" fmla="*/ 783865 w 1524927"/>
              <a:gd name="connsiteY19" fmla="*/ 1003892 h 1313333"/>
              <a:gd name="connsiteX20" fmla="*/ 560951 w 1524927"/>
              <a:gd name="connsiteY20" fmla="*/ 766835 h 1313333"/>
              <a:gd name="connsiteX21" fmla="*/ 304 w 1524927"/>
              <a:gd name="connsiteY21" fmla="*/ 768676 h 1313333"/>
              <a:gd name="connsiteX22" fmla="*/ 369165 w 1524927"/>
              <a:gd name="connsiteY22" fmla="*/ 396742 h 1313333"/>
              <a:gd name="connsiteX23" fmla="*/ 369962 w 1524927"/>
              <a:gd name="connsiteY23" fmla="*/ 185025 h 1313333"/>
              <a:gd name="connsiteX24" fmla="*/ 545499 w 1524927"/>
              <a:gd name="connsiteY24" fmla="*/ 1336 h 1313333"/>
              <a:gd name="connsiteX25" fmla="*/ 1522085 w 1524927"/>
              <a:gd name="connsiteY25" fmla="*/ 0 h 1313333"/>
              <a:gd name="connsiteX0" fmla="*/ 1215773 w 1526211"/>
              <a:gd name="connsiteY0" fmla="*/ 108560 h 1313333"/>
              <a:gd name="connsiteX1" fmla="*/ 1137873 w 1526211"/>
              <a:gd name="connsiteY1" fmla="*/ 109735 h 1313333"/>
              <a:gd name="connsiteX2" fmla="*/ 1140546 w 1526211"/>
              <a:gd name="connsiteY2" fmla="*/ 223437 h 1313333"/>
              <a:gd name="connsiteX3" fmla="*/ 758210 w 1526211"/>
              <a:gd name="connsiteY3" fmla="*/ 223439 h 1313333"/>
              <a:gd name="connsiteX4" fmla="*/ 759546 w 1526211"/>
              <a:gd name="connsiteY4" fmla="*/ 670696 h 1313333"/>
              <a:gd name="connsiteX5" fmla="*/ 1319577 w 1526211"/>
              <a:gd name="connsiteY5" fmla="*/ 672083 h 1313333"/>
              <a:gd name="connsiteX6" fmla="*/ 1319685 w 1526211"/>
              <a:gd name="connsiteY6" fmla="*/ 397229 h 1313333"/>
              <a:gd name="connsiteX7" fmla="*/ 1477431 w 1526211"/>
              <a:gd name="connsiteY7" fmla="*/ 227449 h 1313333"/>
              <a:gd name="connsiteX8" fmla="*/ 1478767 w 1526211"/>
              <a:gd name="connsiteY8" fmla="*/ 109735 h 1313333"/>
              <a:gd name="connsiteX9" fmla="*/ 1215773 w 1526211"/>
              <a:gd name="connsiteY9" fmla="*/ 108560 h 1313333"/>
              <a:gd name="connsiteX10" fmla="*/ 1522085 w 1526211"/>
              <a:gd name="connsiteY10" fmla="*/ 0 h 1313333"/>
              <a:gd name="connsiteX11" fmla="*/ 1526211 w 1526211"/>
              <a:gd name="connsiteY11" fmla="*/ 386341 h 1313333"/>
              <a:gd name="connsiteX12" fmla="*/ 1417662 w 1526211"/>
              <a:gd name="connsiteY12" fmla="*/ 498045 h 1313333"/>
              <a:gd name="connsiteX13" fmla="*/ 1420417 w 1526211"/>
              <a:gd name="connsiteY13" fmla="*/ 953909 h 1313333"/>
              <a:gd name="connsiteX14" fmla="*/ 1517710 w 1526211"/>
              <a:gd name="connsiteY14" fmla="*/ 952838 h 1313333"/>
              <a:gd name="connsiteX15" fmla="*/ 1221915 w 1526211"/>
              <a:gd name="connsiteY15" fmla="*/ 1313333 h 1313333"/>
              <a:gd name="connsiteX16" fmla="*/ 777686 w 1526211"/>
              <a:gd name="connsiteY16" fmla="*/ 1313332 h 1313333"/>
              <a:gd name="connsiteX17" fmla="*/ 776515 w 1526211"/>
              <a:gd name="connsiteY17" fmla="*/ 1133793 h 1313333"/>
              <a:gd name="connsiteX18" fmla="*/ 645676 w 1526211"/>
              <a:gd name="connsiteY18" fmla="*/ 1136201 h 1313333"/>
              <a:gd name="connsiteX19" fmla="*/ 783865 w 1526211"/>
              <a:gd name="connsiteY19" fmla="*/ 1003892 h 1313333"/>
              <a:gd name="connsiteX20" fmla="*/ 560951 w 1526211"/>
              <a:gd name="connsiteY20" fmla="*/ 766835 h 1313333"/>
              <a:gd name="connsiteX21" fmla="*/ 304 w 1526211"/>
              <a:gd name="connsiteY21" fmla="*/ 768676 h 1313333"/>
              <a:gd name="connsiteX22" fmla="*/ 369165 w 1526211"/>
              <a:gd name="connsiteY22" fmla="*/ 396742 h 1313333"/>
              <a:gd name="connsiteX23" fmla="*/ 369962 w 1526211"/>
              <a:gd name="connsiteY23" fmla="*/ 185025 h 1313333"/>
              <a:gd name="connsiteX24" fmla="*/ 545499 w 1526211"/>
              <a:gd name="connsiteY24" fmla="*/ 1336 h 1313333"/>
              <a:gd name="connsiteX25" fmla="*/ 1522085 w 1526211"/>
              <a:gd name="connsiteY25" fmla="*/ 0 h 1313333"/>
              <a:gd name="connsiteX0" fmla="*/ 1215777 w 1526215"/>
              <a:gd name="connsiteY0" fmla="*/ 108560 h 1313333"/>
              <a:gd name="connsiteX1" fmla="*/ 1137877 w 1526215"/>
              <a:gd name="connsiteY1" fmla="*/ 109735 h 1313333"/>
              <a:gd name="connsiteX2" fmla="*/ 1140550 w 1526215"/>
              <a:gd name="connsiteY2" fmla="*/ 223437 h 1313333"/>
              <a:gd name="connsiteX3" fmla="*/ 758214 w 1526215"/>
              <a:gd name="connsiteY3" fmla="*/ 223439 h 1313333"/>
              <a:gd name="connsiteX4" fmla="*/ 759550 w 1526215"/>
              <a:gd name="connsiteY4" fmla="*/ 670696 h 1313333"/>
              <a:gd name="connsiteX5" fmla="*/ 1319581 w 1526215"/>
              <a:gd name="connsiteY5" fmla="*/ 672083 h 1313333"/>
              <a:gd name="connsiteX6" fmla="*/ 1319689 w 1526215"/>
              <a:gd name="connsiteY6" fmla="*/ 397229 h 1313333"/>
              <a:gd name="connsiteX7" fmla="*/ 1477435 w 1526215"/>
              <a:gd name="connsiteY7" fmla="*/ 227449 h 1313333"/>
              <a:gd name="connsiteX8" fmla="*/ 1478771 w 1526215"/>
              <a:gd name="connsiteY8" fmla="*/ 109735 h 1313333"/>
              <a:gd name="connsiteX9" fmla="*/ 1215777 w 1526215"/>
              <a:gd name="connsiteY9" fmla="*/ 108560 h 1313333"/>
              <a:gd name="connsiteX10" fmla="*/ 1522089 w 1526215"/>
              <a:gd name="connsiteY10" fmla="*/ 0 h 1313333"/>
              <a:gd name="connsiteX11" fmla="*/ 1526215 w 1526215"/>
              <a:gd name="connsiteY11" fmla="*/ 386341 h 1313333"/>
              <a:gd name="connsiteX12" fmla="*/ 1417666 w 1526215"/>
              <a:gd name="connsiteY12" fmla="*/ 498045 h 1313333"/>
              <a:gd name="connsiteX13" fmla="*/ 1420421 w 1526215"/>
              <a:gd name="connsiteY13" fmla="*/ 953909 h 1313333"/>
              <a:gd name="connsiteX14" fmla="*/ 1517714 w 1526215"/>
              <a:gd name="connsiteY14" fmla="*/ 952838 h 1313333"/>
              <a:gd name="connsiteX15" fmla="*/ 1221919 w 1526215"/>
              <a:gd name="connsiteY15" fmla="*/ 1313333 h 1313333"/>
              <a:gd name="connsiteX16" fmla="*/ 777690 w 1526215"/>
              <a:gd name="connsiteY16" fmla="*/ 1313332 h 1313333"/>
              <a:gd name="connsiteX17" fmla="*/ 776519 w 1526215"/>
              <a:gd name="connsiteY17" fmla="*/ 1133793 h 1313333"/>
              <a:gd name="connsiteX18" fmla="*/ 645680 w 1526215"/>
              <a:gd name="connsiteY18" fmla="*/ 1136201 h 1313333"/>
              <a:gd name="connsiteX19" fmla="*/ 783869 w 1526215"/>
              <a:gd name="connsiteY19" fmla="*/ 1003892 h 1313333"/>
              <a:gd name="connsiteX20" fmla="*/ 560955 w 1526215"/>
              <a:gd name="connsiteY20" fmla="*/ 766835 h 1313333"/>
              <a:gd name="connsiteX21" fmla="*/ 308 w 1526215"/>
              <a:gd name="connsiteY21" fmla="*/ 768676 h 1313333"/>
              <a:gd name="connsiteX22" fmla="*/ 364032 w 1526215"/>
              <a:gd name="connsiteY22" fmla="*/ 395458 h 1313333"/>
              <a:gd name="connsiteX23" fmla="*/ 369966 w 1526215"/>
              <a:gd name="connsiteY23" fmla="*/ 185025 h 1313333"/>
              <a:gd name="connsiteX24" fmla="*/ 545503 w 1526215"/>
              <a:gd name="connsiteY24" fmla="*/ 1336 h 1313333"/>
              <a:gd name="connsiteX25" fmla="*/ 1522089 w 1526215"/>
              <a:gd name="connsiteY25" fmla="*/ 0 h 1313333"/>
              <a:gd name="connsiteX0" fmla="*/ 1215777 w 1526215"/>
              <a:gd name="connsiteY0" fmla="*/ 108560 h 1313333"/>
              <a:gd name="connsiteX1" fmla="*/ 1137877 w 1526215"/>
              <a:gd name="connsiteY1" fmla="*/ 109735 h 1313333"/>
              <a:gd name="connsiteX2" fmla="*/ 1140550 w 1526215"/>
              <a:gd name="connsiteY2" fmla="*/ 223437 h 1313333"/>
              <a:gd name="connsiteX3" fmla="*/ 758214 w 1526215"/>
              <a:gd name="connsiteY3" fmla="*/ 223439 h 1313333"/>
              <a:gd name="connsiteX4" fmla="*/ 759550 w 1526215"/>
              <a:gd name="connsiteY4" fmla="*/ 670696 h 1313333"/>
              <a:gd name="connsiteX5" fmla="*/ 1319581 w 1526215"/>
              <a:gd name="connsiteY5" fmla="*/ 672083 h 1313333"/>
              <a:gd name="connsiteX6" fmla="*/ 1319689 w 1526215"/>
              <a:gd name="connsiteY6" fmla="*/ 397229 h 1313333"/>
              <a:gd name="connsiteX7" fmla="*/ 1477435 w 1526215"/>
              <a:gd name="connsiteY7" fmla="*/ 227449 h 1313333"/>
              <a:gd name="connsiteX8" fmla="*/ 1478771 w 1526215"/>
              <a:gd name="connsiteY8" fmla="*/ 109735 h 1313333"/>
              <a:gd name="connsiteX9" fmla="*/ 1215777 w 1526215"/>
              <a:gd name="connsiteY9" fmla="*/ 108560 h 1313333"/>
              <a:gd name="connsiteX10" fmla="*/ 1522089 w 1526215"/>
              <a:gd name="connsiteY10" fmla="*/ 0 h 1313333"/>
              <a:gd name="connsiteX11" fmla="*/ 1526215 w 1526215"/>
              <a:gd name="connsiteY11" fmla="*/ 386341 h 1313333"/>
              <a:gd name="connsiteX12" fmla="*/ 1417666 w 1526215"/>
              <a:gd name="connsiteY12" fmla="*/ 498045 h 1313333"/>
              <a:gd name="connsiteX13" fmla="*/ 1420421 w 1526215"/>
              <a:gd name="connsiteY13" fmla="*/ 953909 h 1313333"/>
              <a:gd name="connsiteX14" fmla="*/ 1517714 w 1526215"/>
              <a:gd name="connsiteY14" fmla="*/ 952838 h 1313333"/>
              <a:gd name="connsiteX15" fmla="*/ 1221919 w 1526215"/>
              <a:gd name="connsiteY15" fmla="*/ 1313333 h 1313333"/>
              <a:gd name="connsiteX16" fmla="*/ 777690 w 1526215"/>
              <a:gd name="connsiteY16" fmla="*/ 1313332 h 1313333"/>
              <a:gd name="connsiteX17" fmla="*/ 776519 w 1526215"/>
              <a:gd name="connsiteY17" fmla="*/ 1133793 h 1313333"/>
              <a:gd name="connsiteX18" fmla="*/ 645680 w 1526215"/>
              <a:gd name="connsiteY18" fmla="*/ 1136201 h 1313333"/>
              <a:gd name="connsiteX19" fmla="*/ 783869 w 1526215"/>
              <a:gd name="connsiteY19" fmla="*/ 1003892 h 1313333"/>
              <a:gd name="connsiteX20" fmla="*/ 560955 w 1526215"/>
              <a:gd name="connsiteY20" fmla="*/ 766835 h 1313333"/>
              <a:gd name="connsiteX21" fmla="*/ 308 w 1526215"/>
              <a:gd name="connsiteY21" fmla="*/ 768676 h 1313333"/>
              <a:gd name="connsiteX22" fmla="*/ 364032 w 1526215"/>
              <a:gd name="connsiteY22" fmla="*/ 395458 h 1313333"/>
              <a:gd name="connsiteX23" fmla="*/ 369966 w 1526215"/>
              <a:gd name="connsiteY23" fmla="*/ 185025 h 1313333"/>
              <a:gd name="connsiteX24" fmla="*/ 545503 w 1526215"/>
              <a:gd name="connsiteY24" fmla="*/ 1336 h 1313333"/>
              <a:gd name="connsiteX25" fmla="*/ 1522089 w 1526215"/>
              <a:gd name="connsiteY25" fmla="*/ 0 h 1313333"/>
              <a:gd name="connsiteX0" fmla="*/ 1215786 w 1526224"/>
              <a:gd name="connsiteY0" fmla="*/ 108560 h 1313333"/>
              <a:gd name="connsiteX1" fmla="*/ 1137886 w 1526224"/>
              <a:gd name="connsiteY1" fmla="*/ 109735 h 1313333"/>
              <a:gd name="connsiteX2" fmla="*/ 1140559 w 1526224"/>
              <a:gd name="connsiteY2" fmla="*/ 223437 h 1313333"/>
              <a:gd name="connsiteX3" fmla="*/ 758223 w 1526224"/>
              <a:gd name="connsiteY3" fmla="*/ 223439 h 1313333"/>
              <a:gd name="connsiteX4" fmla="*/ 759559 w 1526224"/>
              <a:gd name="connsiteY4" fmla="*/ 670696 h 1313333"/>
              <a:gd name="connsiteX5" fmla="*/ 1319590 w 1526224"/>
              <a:gd name="connsiteY5" fmla="*/ 672083 h 1313333"/>
              <a:gd name="connsiteX6" fmla="*/ 1319698 w 1526224"/>
              <a:gd name="connsiteY6" fmla="*/ 397229 h 1313333"/>
              <a:gd name="connsiteX7" fmla="*/ 1477444 w 1526224"/>
              <a:gd name="connsiteY7" fmla="*/ 227449 h 1313333"/>
              <a:gd name="connsiteX8" fmla="*/ 1478780 w 1526224"/>
              <a:gd name="connsiteY8" fmla="*/ 109735 h 1313333"/>
              <a:gd name="connsiteX9" fmla="*/ 1215786 w 1526224"/>
              <a:gd name="connsiteY9" fmla="*/ 108560 h 1313333"/>
              <a:gd name="connsiteX10" fmla="*/ 1522098 w 1526224"/>
              <a:gd name="connsiteY10" fmla="*/ 0 h 1313333"/>
              <a:gd name="connsiteX11" fmla="*/ 1526224 w 1526224"/>
              <a:gd name="connsiteY11" fmla="*/ 386341 h 1313333"/>
              <a:gd name="connsiteX12" fmla="*/ 1417675 w 1526224"/>
              <a:gd name="connsiteY12" fmla="*/ 498045 h 1313333"/>
              <a:gd name="connsiteX13" fmla="*/ 1420430 w 1526224"/>
              <a:gd name="connsiteY13" fmla="*/ 953909 h 1313333"/>
              <a:gd name="connsiteX14" fmla="*/ 1517723 w 1526224"/>
              <a:gd name="connsiteY14" fmla="*/ 952838 h 1313333"/>
              <a:gd name="connsiteX15" fmla="*/ 1221928 w 1526224"/>
              <a:gd name="connsiteY15" fmla="*/ 1313333 h 1313333"/>
              <a:gd name="connsiteX16" fmla="*/ 777699 w 1526224"/>
              <a:gd name="connsiteY16" fmla="*/ 1313332 h 1313333"/>
              <a:gd name="connsiteX17" fmla="*/ 776528 w 1526224"/>
              <a:gd name="connsiteY17" fmla="*/ 1133793 h 1313333"/>
              <a:gd name="connsiteX18" fmla="*/ 645689 w 1526224"/>
              <a:gd name="connsiteY18" fmla="*/ 1136201 h 1313333"/>
              <a:gd name="connsiteX19" fmla="*/ 783878 w 1526224"/>
              <a:gd name="connsiteY19" fmla="*/ 1003892 h 1313333"/>
              <a:gd name="connsiteX20" fmla="*/ 560964 w 1526224"/>
              <a:gd name="connsiteY20" fmla="*/ 766835 h 1313333"/>
              <a:gd name="connsiteX21" fmla="*/ 317 w 1526224"/>
              <a:gd name="connsiteY21" fmla="*/ 768676 h 1313333"/>
              <a:gd name="connsiteX22" fmla="*/ 364041 w 1526224"/>
              <a:gd name="connsiteY22" fmla="*/ 395458 h 1313333"/>
              <a:gd name="connsiteX23" fmla="*/ 369975 w 1526224"/>
              <a:gd name="connsiteY23" fmla="*/ 185025 h 1313333"/>
              <a:gd name="connsiteX24" fmla="*/ 545512 w 1526224"/>
              <a:gd name="connsiteY24" fmla="*/ 1336 h 1313333"/>
              <a:gd name="connsiteX25" fmla="*/ 1522098 w 1526224"/>
              <a:gd name="connsiteY25" fmla="*/ 0 h 1313333"/>
              <a:gd name="connsiteX0" fmla="*/ 1215786 w 1526224"/>
              <a:gd name="connsiteY0" fmla="*/ 108560 h 1313333"/>
              <a:gd name="connsiteX1" fmla="*/ 1137886 w 1526224"/>
              <a:gd name="connsiteY1" fmla="*/ 109735 h 1313333"/>
              <a:gd name="connsiteX2" fmla="*/ 1140559 w 1526224"/>
              <a:gd name="connsiteY2" fmla="*/ 223437 h 1313333"/>
              <a:gd name="connsiteX3" fmla="*/ 758223 w 1526224"/>
              <a:gd name="connsiteY3" fmla="*/ 223439 h 1313333"/>
              <a:gd name="connsiteX4" fmla="*/ 759559 w 1526224"/>
              <a:gd name="connsiteY4" fmla="*/ 670696 h 1313333"/>
              <a:gd name="connsiteX5" fmla="*/ 1319590 w 1526224"/>
              <a:gd name="connsiteY5" fmla="*/ 672083 h 1313333"/>
              <a:gd name="connsiteX6" fmla="*/ 1319698 w 1526224"/>
              <a:gd name="connsiteY6" fmla="*/ 397229 h 1313333"/>
              <a:gd name="connsiteX7" fmla="*/ 1477444 w 1526224"/>
              <a:gd name="connsiteY7" fmla="*/ 227449 h 1313333"/>
              <a:gd name="connsiteX8" fmla="*/ 1478780 w 1526224"/>
              <a:gd name="connsiteY8" fmla="*/ 109735 h 1313333"/>
              <a:gd name="connsiteX9" fmla="*/ 1215786 w 1526224"/>
              <a:gd name="connsiteY9" fmla="*/ 108560 h 1313333"/>
              <a:gd name="connsiteX10" fmla="*/ 1522098 w 1526224"/>
              <a:gd name="connsiteY10" fmla="*/ 0 h 1313333"/>
              <a:gd name="connsiteX11" fmla="*/ 1526224 w 1526224"/>
              <a:gd name="connsiteY11" fmla="*/ 386341 h 1313333"/>
              <a:gd name="connsiteX12" fmla="*/ 1417675 w 1526224"/>
              <a:gd name="connsiteY12" fmla="*/ 498045 h 1313333"/>
              <a:gd name="connsiteX13" fmla="*/ 1420430 w 1526224"/>
              <a:gd name="connsiteY13" fmla="*/ 953909 h 1313333"/>
              <a:gd name="connsiteX14" fmla="*/ 1517723 w 1526224"/>
              <a:gd name="connsiteY14" fmla="*/ 952838 h 1313333"/>
              <a:gd name="connsiteX15" fmla="*/ 1221928 w 1526224"/>
              <a:gd name="connsiteY15" fmla="*/ 1313333 h 1313333"/>
              <a:gd name="connsiteX16" fmla="*/ 777699 w 1526224"/>
              <a:gd name="connsiteY16" fmla="*/ 1313332 h 1313333"/>
              <a:gd name="connsiteX17" fmla="*/ 776528 w 1526224"/>
              <a:gd name="connsiteY17" fmla="*/ 1133793 h 1313333"/>
              <a:gd name="connsiteX18" fmla="*/ 645689 w 1526224"/>
              <a:gd name="connsiteY18" fmla="*/ 1136201 h 1313333"/>
              <a:gd name="connsiteX19" fmla="*/ 783878 w 1526224"/>
              <a:gd name="connsiteY19" fmla="*/ 1003892 h 1313333"/>
              <a:gd name="connsiteX20" fmla="*/ 560964 w 1526224"/>
              <a:gd name="connsiteY20" fmla="*/ 766835 h 1313333"/>
              <a:gd name="connsiteX21" fmla="*/ 317 w 1526224"/>
              <a:gd name="connsiteY21" fmla="*/ 768676 h 1313333"/>
              <a:gd name="connsiteX22" fmla="*/ 364041 w 1526224"/>
              <a:gd name="connsiteY22" fmla="*/ 395458 h 1313333"/>
              <a:gd name="connsiteX23" fmla="*/ 369975 w 1526224"/>
              <a:gd name="connsiteY23" fmla="*/ 185025 h 1313333"/>
              <a:gd name="connsiteX24" fmla="*/ 545512 w 1526224"/>
              <a:gd name="connsiteY24" fmla="*/ 1336 h 1313333"/>
              <a:gd name="connsiteX25" fmla="*/ 1522098 w 1526224"/>
              <a:gd name="connsiteY25" fmla="*/ 0 h 1313333"/>
              <a:gd name="connsiteX0" fmla="*/ 1215786 w 1526224"/>
              <a:gd name="connsiteY0" fmla="*/ 109421 h 1314194"/>
              <a:gd name="connsiteX1" fmla="*/ 1137886 w 1526224"/>
              <a:gd name="connsiteY1" fmla="*/ 110596 h 1314194"/>
              <a:gd name="connsiteX2" fmla="*/ 1140559 w 1526224"/>
              <a:gd name="connsiteY2" fmla="*/ 224298 h 1314194"/>
              <a:gd name="connsiteX3" fmla="*/ 758223 w 1526224"/>
              <a:gd name="connsiteY3" fmla="*/ 224300 h 1314194"/>
              <a:gd name="connsiteX4" fmla="*/ 759559 w 1526224"/>
              <a:gd name="connsiteY4" fmla="*/ 671557 h 1314194"/>
              <a:gd name="connsiteX5" fmla="*/ 1319590 w 1526224"/>
              <a:gd name="connsiteY5" fmla="*/ 672944 h 1314194"/>
              <a:gd name="connsiteX6" fmla="*/ 1319698 w 1526224"/>
              <a:gd name="connsiteY6" fmla="*/ 398090 h 1314194"/>
              <a:gd name="connsiteX7" fmla="*/ 1477444 w 1526224"/>
              <a:gd name="connsiteY7" fmla="*/ 228310 h 1314194"/>
              <a:gd name="connsiteX8" fmla="*/ 1478780 w 1526224"/>
              <a:gd name="connsiteY8" fmla="*/ 110596 h 1314194"/>
              <a:gd name="connsiteX9" fmla="*/ 1215786 w 1526224"/>
              <a:gd name="connsiteY9" fmla="*/ 109421 h 1314194"/>
              <a:gd name="connsiteX10" fmla="*/ 1522098 w 1526224"/>
              <a:gd name="connsiteY10" fmla="*/ 861 h 1314194"/>
              <a:gd name="connsiteX11" fmla="*/ 1526224 w 1526224"/>
              <a:gd name="connsiteY11" fmla="*/ 387202 h 1314194"/>
              <a:gd name="connsiteX12" fmla="*/ 1417675 w 1526224"/>
              <a:gd name="connsiteY12" fmla="*/ 498906 h 1314194"/>
              <a:gd name="connsiteX13" fmla="*/ 1420430 w 1526224"/>
              <a:gd name="connsiteY13" fmla="*/ 954770 h 1314194"/>
              <a:gd name="connsiteX14" fmla="*/ 1517723 w 1526224"/>
              <a:gd name="connsiteY14" fmla="*/ 953699 h 1314194"/>
              <a:gd name="connsiteX15" fmla="*/ 1221928 w 1526224"/>
              <a:gd name="connsiteY15" fmla="*/ 1314194 h 1314194"/>
              <a:gd name="connsiteX16" fmla="*/ 777699 w 1526224"/>
              <a:gd name="connsiteY16" fmla="*/ 1314193 h 1314194"/>
              <a:gd name="connsiteX17" fmla="*/ 776528 w 1526224"/>
              <a:gd name="connsiteY17" fmla="*/ 1134654 h 1314194"/>
              <a:gd name="connsiteX18" fmla="*/ 645689 w 1526224"/>
              <a:gd name="connsiteY18" fmla="*/ 1137062 h 1314194"/>
              <a:gd name="connsiteX19" fmla="*/ 783878 w 1526224"/>
              <a:gd name="connsiteY19" fmla="*/ 1004753 h 1314194"/>
              <a:gd name="connsiteX20" fmla="*/ 560964 w 1526224"/>
              <a:gd name="connsiteY20" fmla="*/ 767696 h 1314194"/>
              <a:gd name="connsiteX21" fmla="*/ 317 w 1526224"/>
              <a:gd name="connsiteY21" fmla="*/ 769537 h 1314194"/>
              <a:gd name="connsiteX22" fmla="*/ 364041 w 1526224"/>
              <a:gd name="connsiteY22" fmla="*/ 396319 h 1314194"/>
              <a:gd name="connsiteX23" fmla="*/ 369975 w 1526224"/>
              <a:gd name="connsiteY23" fmla="*/ 185886 h 1314194"/>
              <a:gd name="connsiteX24" fmla="*/ 545512 w 1526224"/>
              <a:gd name="connsiteY24" fmla="*/ 2197 h 1314194"/>
              <a:gd name="connsiteX25" fmla="*/ 1522098 w 1526224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9975 w 1527093"/>
              <a:gd name="connsiteY23" fmla="*/ 185886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4"/>
              <a:gd name="connsiteX1" fmla="*/ 1137886 w 1527093"/>
              <a:gd name="connsiteY1" fmla="*/ 110596 h 1314194"/>
              <a:gd name="connsiteX2" fmla="*/ 1140559 w 1527093"/>
              <a:gd name="connsiteY2" fmla="*/ 224298 h 1314194"/>
              <a:gd name="connsiteX3" fmla="*/ 758223 w 1527093"/>
              <a:gd name="connsiteY3" fmla="*/ 224300 h 1314194"/>
              <a:gd name="connsiteX4" fmla="*/ 759559 w 1527093"/>
              <a:gd name="connsiteY4" fmla="*/ 671557 h 1314194"/>
              <a:gd name="connsiteX5" fmla="*/ 1319590 w 1527093"/>
              <a:gd name="connsiteY5" fmla="*/ 672944 h 1314194"/>
              <a:gd name="connsiteX6" fmla="*/ 1319698 w 1527093"/>
              <a:gd name="connsiteY6" fmla="*/ 398090 h 1314194"/>
              <a:gd name="connsiteX7" fmla="*/ 1477444 w 1527093"/>
              <a:gd name="connsiteY7" fmla="*/ 228310 h 1314194"/>
              <a:gd name="connsiteX8" fmla="*/ 1478780 w 1527093"/>
              <a:gd name="connsiteY8" fmla="*/ 110596 h 1314194"/>
              <a:gd name="connsiteX9" fmla="*/ 1215786 w 1527093"/>
              <a:gd name="connsiteY9" fmla="*/ 109421 h 1314194"/>
              <a:gd name="connsiteX10" fmla="*/ 1522098 w 1527093"/>
              <a:gd name="connsiteY10" fmla="*/ 861 h 1314194"/>
              <a:gd name="connsiteX11" fmla="*/ 1526224 w 1527093"/>
              <a:gd name="connsiteY11" fmla="*/ 387202 h 1314194"/>
              <a:gd name="connsiteX12" fmla="*/ 1417675 w 1527093"/>
              <a:gd name="connsiteY12" fmla="*/ 498906 h 1314194"/>
              <a:gd name="connsiteX13" fmla="*/ 1420430 w 1527093"/>
              <a:gd name="connsiteY13" fmla="*/ 954770 h 1314194"/>
              <a:gd name="connsiteX14" fmla="*/ 1517723 w 1527093"/>
              <a:gd name="connsiteY14" fmla="*/ 953699 h 1314194"/>
              <a:gd name="connsiteX15" fmla="*/ 1221928 w 1527093"/>
              <a:gd name="connsiteY15" fmla="*/ 1314194 h 1314194"/>
              <a:gd name="connsiteX16" fmla="*/ 777699 w 1527093"/>
              <a:gd name="connsiteY16" fmla="*/ 1314193 h 1314194"/>
              <a:gd name="connsiteX17" fmla="*/ 776528 w 1527093"/>
              <a:gd name="connsiteY17" fmla="*/ 1134654 h 1314194"/>
              <a:gd name="connsiteX18" fmla="*/ 645689 w 1527093"/>
              <a:gd name="connsiteY18" fmla="*/ 1137062 h 1314194"/>
              <a:gd name="connsiteX19" fmla="*/ 783878 w 1527093"/>
              <a:gd name="connsiteY19" fmla="*/ 1004753 h 1314194"/>
              <a:gd name="connsiteX20" fmla="*/ 560964 w 1527093"/>
              <a:gd name="connsiteY20" fmla="*/ 767696 h 1314194"/>
              <a:gd name="connsiteX21" fmla="*/ 317 w 1527093"/>
              <a:gd name="connsiteY21" fmla="*/ 769537 h 1314194"/>
              <a:gd name="connsiteX22" fmla="*/ 364041 w 1527093"/>
              <a:gd name="connsiteY22" fmla="*/ 396319 h 1314194"/>
              <a:gd name="connsiteX23" fmla="*/ 365387 w 1527093"/>
              <a:gd name="connsiteY23" fmla="*/ 182828 h 1314194"/>
              <a:gd name="connsiteX24" fmla="*/ 545512 w 1527093"/>
              <a:gd name="connsiteY24" fmla="*/ 2197 h 1314194"/>
              <a:gd name="connsiteX25" fmla="*/ 1522098 w 1527093"/>
              <a:gd name="connsiteY25" fmla="*/ 861 h 1314194"/>
              <a:gd name="connsiteX0" fmla="*/ 1215786 w 1527093"/>
              <a:gd name="connsiteY0" fmla="*/ 109421 h 1314193"/>
              <a:gd name="connsiteX1" fmla="*/ 1137886 w 1527093"/>
              <a:gd name="connsiteY1" fmla="*/ 110596 h 1314193"/>
              <a:gd name="connsiteX2" fmla="*/ 1140559 w 1527093"/>
              <a:gd name="connsiteY2" fmla="*/ 224298 h 1314193"/>
              <a:gd name="connsiteX3" fmla="*/ 758223 w 1527093"/>
              <a:gd name="connsiteY3" fmla="*/ 224300 h 1314193"/>
              <a:gd name="connsiteX4" fmla="*/ 759559 w 1527093"/>
              <a:gd name="connsiteY4" fmla="*/ 671557 h 1314193"/>
              <a:gd name="connsiteX5" fmla="*/ 1319590 w 1527093"/>
              <a:gd name="connsiteY5" fmla="*/ 672944 h 1314193"/>
              <a:gd name="connsiteX6" fmla="*/ 1319698 w 1527093"/>
              <a:gd name="connsiteY6" fmla="*/ 398090 h 1314193"/>
              <a:gd name="connsiteX7" fmla="*/ 1477444 w 1527093"/>
              <a:gd name="connsiteY7" fmla="*/ 228310 h 1314193"/>
              <a:gd name="connsiteX8" fmla="*/ 1478780 w 1527093"/>
              <a:gd name="connsiteY8" fmla="*/ 110596 h 1314193"/>
              <a:gd name="connsiteX9" fmla="*/ 1215786 w 1527093"/>
              <a:gd name="connsiteY9" fmla="*/ 109421 h 1314193"/>
              <a:gd name="connsiteX10" fmla="*/ 1522098 w 1527093"/>
              <a:gd name="connsiteY10" fmla="*/ 861 h 1314193"/>
              <a:gd name="connsiteX11" fmla="*/ 1526224 w 1527093"/>
              <a:gd name="connsiteY11" fmla="*/ 387202 h 1314193"/>
              <a:gd name="connsiteX12" fmla="*/ 1417675 w 1527093"/>
              <a:gd name="connsiteY12" fmla="*/ 498906 h 1314193"/>
              <a:gd name="connsiteX13" fmla="*/ 1420430 w 1527093"/>
              <a:gd name="connsiteY13" fmla="*/ 954770 h 1314193"/>
              <a:gd name="connsiteX14" fmla="*/ 1517723 w 1527093"/>
              <a:gd name="connsiteY14" fmla="*/ 953699 h 1314193"/>
              <a:gd name="connsiteX15" fmla="*/ 1214283 w 1527093"/>
              <a:gd name="connsiteY15" fmla="*/ 1312665 h 1314193"/>
              <a:gd name="connsiteX16" fmla="*/ 777699 w 1527093"/>
              <a:gd name="connsiteY16" fmla="*/ 1314193 h 1314193"/>
              <a:gd name="connsiteX17" fmla="*/ 776528 w 1527093"/>
              <a:gd name="connsiteY17" fmla="*/ 1134654 h 1314193"/>
              <a:gd name="connsiteX18" fmla="*/ 645689 w 1527093"/>
              <a:gd name="connsiteY18" fmla="*/ 1137062 h 1314193"/>
              <a:gd name="connsiteX19" fmla="*/ 783878 w 1527093"/>
              <a:gd name="connsiteY19" fmla="*/ 1004753 h 1314193"/>
              <a:gd name="connsiteX20" fmla="*/ 560964 w 1527093"/>
              <a:gd name="connsiteY20" fmla="*/ 767696 h 1314193"/>
              <a:gd name="connsiteX21" fmla="*/ 317 w 1527093"/>
              <a:gd name="connsiteY21" fmla="*/ 769537 h 1314193"/>
              <a:gd name="connsiteX22" fmla="*/ 364041 w 1527093"/>
              <a:gd name="connsiteY22" fmla="*/ 396319 h 1314193"/>
              <a:gd name="connsiteX23" fmla="*/ 365387 w 1527093"/>
              <a:gd name="connsiteY23" fmla="*/ 182828 h 1314193"/>
              <a:gd name="connsiteX24" fmla="*/ 545512 w 1527093"/>
              <a:gd name="connsiteY24" fmla="*/ 2197 h 1314193"/>
              <a:gd name="connsiteX25" fmla="*/ 1522098 w 1527093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16197 w 1525567"/>
              <a:gd name="connsiteY14" fmla="*/ 953699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9438 w 1525567"/>
              <a:gd name="connsiteY20" fmla="*/ 767696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16197 w 1525567"/>
              <a:gd name="connsiteY14" fmla="*/ 953699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9438 w 1525567"/>
              <a:gd name="connsiteY20" fmla="*/ 767696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16197 w 1525567"/>
              <a:gd name="connsiteY14" fmla="*/ 953699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9438 w 1525567"/>
              <a:gd name="connsiteY20" fmla="*/ 729469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16197 w 1525567"/>
              <a:gd name="connsiteY14" fmla="*/ 953699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44147 w 1525567"/>
              <a:gd name="connsiteY20" fmla="*/ 758522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16197 w 1525567"/>
              <a:gd name="connsiteY14" fmla="*/ 953699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44147 w 1525567"/>
              <a:gd name="connsiteY20" fmla="*/ 758522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16197 w 1525567"/>
              <a:gd name="connsiteY14" fmla="*/ 953699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44147 w 1525567"/>
              <a:gd name="connsiteY20" fmla="*/ 758522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44147 w 1525567"/>
              <a:gd name="connsiteY20" fmla="*/ 758522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1580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24298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33473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33473 h 1314193"/>
              <a:gd name="connsiteX3" fmla="*/ 756697 w 1525567"/>
              <a:gd name="connsiteY3" fmla="*/ 224300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33473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33473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33473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33473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9033 w 1525567"/>
              <a:gd name="connsiteY2" fmla="*/ 233473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4446 w 1525567"/>
              <a:gd name="connsiteY2" fmla="*/ 231944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5975 w 1525567"/>
              <a:gd name="connsiteY2" fmla="*/ 225827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5975 w 1525567"/>
              <a:gd name="connsiteY2" fmla="*/ 225827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25567"/>
              <a:gd name="connsiteY0" fmla="*/ 109421 h 1314193"/>
              <a:gd name="connsiteX1" fmla="*/ 1136360 w 1525567"/>
              <a:gd name="connsiteY1" fmla="*/ 110596 h 1314193"/>
              <a:gd name="connsiteX2" fmla="*/ 1135975 w 1525567"/>
              <a:gd name="connsiteY2" fmla="*/ 225827 h 1314193"/>
              <a:gd name="connsiteX3" fmla="*/ 758226 w 1525567"/>
              <a:gd name="connsiteY3" fmla="*/ 227358 h 1314193"/>
              <a:gd name="connsiteX4" fmla="*/ 758033 w 1525567"/>
              <a:gd name="connsiteY4" fmla="*/ 671557 h 1314193"/>
              <a:gd name="connsiteX5" fmla="*/ 1318064 w 1525567"/>
              <a:gd name="connsiteY5" fmla="*/ 672944 h 1314193"/>
              <a:gd name="connsiteX6" fmla="*/ 1318172 w 1525567"/>
              <a:gd name="connsiteY6" fmla="*/ 398090 h 1314193"/>
              <a:gd name="connsiteX7" fmla="*/ 1475918 w 1525567"/>
              <a:gd name="connsiteY7" fmla="*/ 228310 h 1314193"/>
              <a:gd name="connsiteX8" fmla="*/ 1477254 w 1525567"/>
              <a:gd name="connsiteY8" fmla="*/ 110596 h 1314193"/>
              <a:gd name="connsiteX9" fmla="*/ 1214260 w 1525567"/>
              <a:gd name="connsiteY9" fmla="*/ 109421 h 1314193"/>
              <a:gd name="connsiteX10" fmla="*/ 1520572 w 1525567"/>
              <a:gd name="connsiteY10" fmla="*/ 861 h 1314193"/>
              <a:gd name="connsiteX11" fmla="*/ 1524698 w 1525567"/>
              <a:gd name="connsiteY11" fmla="*/ 387202 h 1314193"/>
              <a:gd name="connsiteX12" fmla="*/ 1416149 w 1525567"/>
              <a:gd name="connsiteY12" fmla="*/ 498906 h 1314193"/>
              <a:gd name="connsiteX13" fmla="*/ 1418904 w 1525567"/>
              <a:gd name="connsiteY13" fmla="*/ 954770 h 1314193"/>
              <a:gd name="connsiteX14" fmla="*/ 1508552 w 1525567"/>
              <a:gd name="connsiteY14" fmla="*/ 952170 h 1314193"/>
              <a:gd name="connsiteX15" fmla="*/ 1212757 w 1525567"/>
              <a:gd name="connsiteY15" fmla="*/ 1312665 h 1314193"/>
              <a:gd name="connsiteX16" fmla="*/ 776173 w 1525567"/>
              <a:gd name="connsiteY16" fmla="*/ 1314193 h 1314193"/>
              <a:gd name="connsiteX17" fmla="*/ 775002 w 1525567"/>
              <a:gd name="connsiteY17" fmla="*/ 1134654 h 1314193"/>
              <a:gd name="connsiteX18" fmla="*/ 644163 w 1525567"/>
              <a:gd name="connsiteY18" fmla="*/ 1137062 h 1314193"/>
              <a:gd name="connsiteX19" fmla="*/ 782352 w 1525567"/>
              <a:gd name="connsiteY19" fmla="*/ 1004753 h 1314193"/>
              <a:gd name="connsiteX20" fmla="*/ 550263 w 1525567"/>
              <a:gd name="connsiteY20" fmla="*/ 769225 h 1314193"/>
              <a:gd name="connsiteX21" fmla="*/ 320 w 1525567"/>
              <a:gd name="connsiteY21" fmla="*/ 766479 h 1314193"/>
              <a:gd name="connsiteX22" fmla="*/ 362515 w 1525567"/>
              <a:gd name="connsiteY22" fmla="*/ 396319 h 1314193"/>
              <a:gd name="connsiteX23" fmla="*/ 363861 w 1525567"/>
              <a:gd name="connsiteY23" fmla="*/ 182828 h 1314193"/>
              <a:gd name="connsiteX24" fmla="*/ 543986 w 1525567"/>
              <a:gd name="connsiteY24" fmla="*/ 2197 h 1314193"/>
              <a:gd name="connsiteX25" fmla="*/ 1520572 w 1525567"/>
              <a:gd name="connsiteY25" fmla="*/ 861 h 1314193"/>
              <a:gd name="connsiteX0" fmla="*/ 1214260 w 1531233"/>
              <a:gd name="connsiteY0" fmla="*/ 107526 h 1312298"/>
              <a:gd name="connsiteX1" fmla="*/ 1136360 w 1531233"/>
              <a:gd name="connsiteY1" fmla="*/ 108701 h 1312298"/>
              <a:gd name="connsiteX2" fmla="*/ 1135975 w 1531233"/>
              <a:gd name="connsiteY2" fmla="*/ 223932 h 1312298"/>
              <a:gd name="connsiteX3" fmla="*/ 758226 w 1531233"/>
              <a:gd name="connsiteY3" fmla="*/ 225463 h 1312298"/>
              <a:gd name="connsiteX4" fmla="*/ 758033 w 1531233"/>
              <a:gd name="connsiteY4" fmla="*/ 669662 h 1312298"/>
              <a:gd name="connsiteX5" fmla="*/ 1318064 w 1531233"/>
              <a:gd name="connsiteY5" fmla="*/ 671049 h 1312298"/>
              <a:gd name="connsiteX6" fmla="*/ 1318172 w 1531233"/>
              <a:gd name="connsiteY6" fmla="*/ 396195 h 1312298"/>
              <a:gd name="connsiteX7" fmla="*/ 1475918 w 1531233"/>
              <a:gd name="connsiteY7" fmla="*/ 226415 h 1312298"/>
              <a:gd name="connsiteX8" fmla="*/ 1477254 w 1531233"/>
              <a:gd name="connsiteY8" fmla="*/ 108701 h 1312298"/>
              <a:gd name="connsiteX9" fmla="*/ 1214260 w 1531233"/>
              <a:gd name="connsiteY9" fmla="*/ 107526 h 1312298"/>
              <a:gd name="connsiteX10" fmla="*/ 1517514 w 1531233"/>
              <a:gd name="connsiteY10" fmla="*/ 5082 h 1312298"/>
              <a:gd name="connsiteX11" fmla="*/ 1524698 w 1531233"/>
              <a:gd name="connsiteY11" fmla="*/ 385307 h 1312298"/>
              <a:gd name="connsiteX12" fmla="*/ 1416149 w 1531233"/>
              <a:gd name="connsiteY12" fmla="*/ 497011 h 1312298"/>
              <a:gd name="connsiteX13" fmla="*/ 1418904 w 1531233"/>
              <a:gd name="connsiteY13" fmla="*/ 952875 h 1312298"/>
              <a:gd name="connsiteX14" fmla="*/ 1508552 w 1531233"/>
              <a:gd name="connsiteY14" fmla="*/ 950275 h 1312298"/>
              <a:gd name="connsiteX15" fmla="*/ 1212757 w 1531233"/>
              <a:gd name="connsiteY15" fmla="*/ 1310770 h 1312298"/>
              <a:gd name="connsiteX16" fmla="*/ 776173 w 1531233"/>
              <a:gd name="connsiteY16" fmla="*/ 1312298 h 1312298"/>
              <a:gd name="connsiteX17" fmla="*/ 775002 w 1531233"/>
              <a:gd name="connsiteY17" fmla="*/ 1132759 h 1312298"/>
              <a:gd name="connsiteX18" fmla="*/ 644163 w 1531233"/>
              <a:gd name="connsiteY18" fmla="*/ 1135167 h 1312298"/>
              <a:gd name="connsiteX19" fmla="*/ 782352 w 1531233"/>
              <a:gd name="connsiteY19" fmla="*/ 1002858 h 1312298"/>
              <a:gd name="connsiteX20" fmla="*/ 550263 w 1531233"/>
              <a:gd name="connsiteY20" fmla="*/ 767330 h 1312298"/>
              <a:gd name="connsiteX21" fmla="*/ 320 w 1531233"/>
              <a:gd name="connsiteY21" fmla="*/ 764584 h 1312298"/>
              <a:gd name="connsiteX22" fmla="*/ 362515 w 1531233"/>
              <a:gd name="connsiteY22" fmla="*/ 394424 h 1312298"/>
              <a:gd name="connsiteX23" fmla="*/ 363861 w 1531233"/>
              <a:gd name="connsiteY23" fmla="*/ 180933 h 1312298"/>
              <a:gd name="connsiteX24" fmla="*/ 543986 w 1531233"/>
              <a:gd name="connsiteY24" fmla="*/ 302 h 1312298"/>
              <a:gd name="connsiteX25" fmla="*/ 1517514 w 1531233"/>
              <a:gd name="connsiteY25" fmla="*/ 5082 h 1312298"/>
              <a:gd name="connsiteX0" fmla="*/ 1214260 w 1531233"/>
              <a:gd name="connsiteY0" fmla="*/ 107418 h 1312190"/>
              <a:gd name="connsiteX1" fmla="*/ 1136360 w 1531233"/>
              <a:gd name="connsiteY1" fmla="*/ 108593 h 1312190"/>
              <a:gd name="connsiteX2" fmla="*/ 1135975 w 1531233"/>
              <a:gd name="connsiteY2" fmla="*/ 223824 h 1312190"/>
              <a:gd name="connsiteX3" fmla="*/ 758226 w 1531233"/>
              <a:gd name="connsiteY3" fmla="*/ 225355 h 1312190"/>
              <a:gd name="connsiteX4" fmla="*/ 758033 w 1531233"/>
              <a:gd name="connsiteY4" fmla="*/ 669554 h 1312190"/>
              <a:gd name="connsiteX5" fmla="*/ 1318064 w 1531233"/>
              <a:gd name="connsiteY5" fmla="*/ 670941 h 1312190"/>
              <a:gd name="connsiteX6" fmla="*/ 1318172 w 1531233"/>
              <a:gd name="connsiteY6" fmla="*/ 396087 h 1312190"/>
              <a:gd name="connsiteX7" fmla="*/ 1475918 w 1531233"/>
              <a:gd name="connsiteY7" fmla="*/ 226307 h 1312190"/>
              <a:gd name="connsiteX8" fmla="*/ 1477254 w 1531233"/>
              <a:gd name="connsiteY8" fmla="*/ 108593 h 1312190"/>
              <a:gd name="connsiteX9" fmla="*/ 1214260 w 1531233"/>
              <a:gd name="connsiteY9" fmla="*/ 107418 h 1312190"/>
              <a:gd name="connsiteX10" fmla="*/ 1517514 w 1531233"/>
              <a:gd name="connsiteY10" fmla="*/ 8033 h 1312190"/>
              <a:gd name="connsiteX11" fmla="*/ 1524698 w 1531233"/>
              <a:gd name="connsiteY11" fmla="*/ 385199 h 1312190"/>
              <a:gd name="connsiteX12" fmla="*/ 1416149 w 1531233"/>
              <a:gd name="connsiteY12" fmla="*/ 496903 h 1312190"/>
              <a:gd name="connsiteX13" fmla="*/ 1418904 w 1531233"/>
              <a:gd name="connsiteY13" fmla="*/ 952767 h 1312190"/>
              <a:gd name="connsiteX14" fmla="*/ 1508552 w 1531233"/>
              <a:gd name="connsiteY14" fmla="*/ 950167 h 1312190"/>
              <a:gd name="connsiteX15" fmla="*/ 1212757 w 1531233"/>
              <a:gd name="connsiteY15" fmla="*/ 1310662 h 1312190"/>
              <a:gd name="connsiteX16" fmla="*/ 776173 w 1531233"/>
              <a:gd name="connsiteY16" fmla="*/ 1312190 h 1312190"/>
              <a:gd name="connsiteX17" fmla="*/ 775002 w 1531233"/>
              <a:gd name="connsiteY17" fmla="*/ 1132651 h 1312190"/>
              <a:gd name="connsiteX18" fmla="*/ 644163 w 1531233"/>
              <a:gd name="connsiteY18" fmla="*/ 1135059 h 1312190"/>
              <a:gd name="connsiteX19" fmla="*/ 782352 w 1531233"/>
              <a:gd name="connsiteY19" fmla="*/ 1002750 h 1312190"/>
              <a:gd name="connsiteX20" fmla="*/ 550263 w 1531233"/>
              <a:gd name="connsiteY20" fmla="*/ 767222 h 1312190"/>
              <a:gd name="connsiteX21" fmla="*/ 320 w 1531233"/>
              <a:gd name="connsiteY21" fmla="*/ 764476 h 1312190"/>
              <a:gd name="connsiteX22" fmla="*/ 362515 w 1531233"/>
              <a:gd name="connsiteY22" fmla="*/ 394316 h 1312190"/>
              <a:gd name="connsiteX23" fmla="*/ 363861 w 1531233"/>
              <a:gd name="connsiteY23" fmla="*/ 180825 h 1312190"/>
              <a:gd name="connsiteX24" fmla="*/ 543986 w 1531233"/>
              <a:gd name="connsiteY24" fmla="*/ 194 h 1312190"/>
              <a:gd name="connsiteX25" fmla="*/ 1517514 w 1531233"/>
              <a:gd name="connsiteY25" fmla="*/ 8033 h 1312190"/>
              <a:gd name="connsiteX0" fmla="*/ 1214260 w 1524930"/>
              <a:gd name="connsiteY0" fmla="*/ 107418 h 1312190"/>
              <a:gd name="connsiteX1" fmla="*/ 1136360 w 1524930"/>
              <a:gd name="connsiteY1" fmla="*/ 108593 h 1312190"/>
              <a:gd name="connsiteX2" fmla="*/ 1135975 w 1524930"/>
              <a:gd name="connsiteY2" fmla="*/ 223824 h 1312190"/>
              <a:gd name="connsiteX3" fmla="*/ 758226 w 1524930"/>
              <a:gd name="connsiteY3" fmla="*/ 225355 h 1312190"/>
              <a:gd name="connsiteX4" fmla="*/ 758033 w 1524930"/>
              <a:gd name="connsiteY4" fmla="*/ 669554 h 1312190"/>
              <a:gd name="connsiteX5" fmla="*/ 1318064 w 1524930"/>
              <a:gd name="connsiteY5" fmla="*/ 670941 h 1312190"/>
              <a:gd name="connsiteX6" fmla="*/ 1318172 w 1524930"/>
              <a:gd name="connsiteY6" fmla="*/ 396087 h 1312190"/>
              <a:gd name="connsiteX7" fmla="*/ 1475918 w 1524930"/>
              <a:gd name="connsiteY7" fmla="*/ 226307 h 1312190"/>
              <a:gd name="connsiteX8" fmla="*/ 1477254 w 1524930"/>
              <a:gd name="connsiteY8" fmla="*/ 108593 h 1312190"/>
              <a:gd name="connsiteX9" fmla="*/ 1214260 w 1524930"/>
              <a:gd name="connsiteY9" fmla="*/ 107418 h 1312190"/>
              <a:gd name="connsiteX10" fmla="*/ 1517514 w 1524930"/>
              <a:gd name="connsiteY10" fmla="*/ 8033 h 1312190"/>
              <a:gd name="connsiteX11" fmla="*/ 1524698 w 1524930"/>
              <a:gd name="connsiteY11" fmla="*/ 385199 h 1312190"/>
              <a:gd name="connsiteX12" fmla="*/ 1416149 w 1524930"/>
              <a:gd name="connsiteY12" fmla="*/ 496903 h 1312190"/>
              <a:gd name="connsiteX13" fmla="*/ 1418904 w 1524930"/>
              <a:gd name="connsiteY13" fmla="*/ 952767 h 1312190"/>
              <a:gd name="connsiteX14" fmla="*/ 1508552 w 1524930"/>
              <a:gd name="connsiteY14" fmla="*/ 950167 h 1312190"/>
              <a:gd name="connsiteX15" fmla="*/ 1212757 w 1524930"/>
              <a:gd name="connsiteY15" fmla="*/ 1310662 h 1312190"/>
              <a:gd name="connsiteX16" fmla="*/ 776173 w 1524930"/>
              <a:gd name="connsiteY16" fmla="*/ 1312190 h 1312190"/>
              <a:gd name="connsiteX17" fmla="*/ 775002 w 1524930"/>
              <a:gd name="connsiteY17" fmla="*/ 1132651 h 1312190"/>
              <a:gd name="connsiteX18" fmla="*/ 644163 w 1524930"/>
              <a:gd name="connsiteY18" fmla="*/ 1135059 h 1312190"/>
              <a:gd name="connsiteX19" fmla="*/ 782352 w 1524930"/>
              <a:gd name="connsiteY19" fmla="*/ 1002750 h 1312190"/>
              <a:gd name="connsiteX20" fmla="*/ 550263 w 1524930"/>
              <a:gd name="connsiteY20" fmla="*/ 767222 h 1312190"/>
              <a:gd name="connsiteX21" fmla="*/ 320 w 1524930"/>
              <a:gd name="connsiteY21" fmla="*/ 764476 h 1312190"/>
              <a:gd name="connsiteX22" fmla="*/ 362515 w 1524930"/>
              <a:gd name="connsiteY22" fmla="*/ 394316 h 1312190"/>
              <a:gd name="connsiteX23" fmla="*/ 363861 w 1524930"/>
              <a:gd name="connsiteY23" fmla="*/ 180825 h 1312190"/>
              <a:gd name="connsiteX24" fmla="*/ 543986 w 1524930"/>
              <a:gd name="connsiteY24" fmla="*/ 194 h 1312190"/>
              <a:gd name="connsiteX25" fmla="*/ 1517514 w 1524930"/>
              <a:gd name="connsiteY25" fmla="*/ 8033 h 1312190"/>
              <a:gd name="connsiteX0" fmla="*/ 1214260 w 1524836"/>
              <a:gd name="connsiteY0" fmla="*/ 107418 h 1312190"/>
              <a:gd name="connsiteX1" fmla="*/ 1136360 w 1524836"/>
              <a:gd name="connsiteY1" fmla="*/ 108593 h 1312190"/>
              <a:gd name="connsiteX2" fmla="*/ 1135975 w 1524836"/>
              <a:gd name="connsiteY2" fmla="*/ 223824 h 1312190"/>
              <a:gd name="connsiteX3" fmla="*/ 758226 w 1524836"/>
              <a:gd name="connsiteY3" fmla="*/ 225355 h 1312190"/>
              <a:gd name="connsiteX4" fmla="*/ 758033 w 1524836"/>
              <a:gd name="connsiteY4" fmla="*/ 669554 h 1312190"/>
              <a:gd name="connsiteX5" fmla="*/ 1318064 w 1524836"/>
              <a:gd name="connsiteY5" fmla="*/ 670941 h 1312190"/>
              <a:gd name="connsiteX6" fmla="*/ 1318172 w 1524836"/>
              <a:gd name="connsiteY6" fmla="*/ 396087 h 1312190"/>
              <a:gd name="connsiteX7" fmla="*/ 1475918 w 1524836"/>
              <a:gd name="connsiteY7" fmla="*/ 226307 h 1312190"/>
              <a:gd name="connsiteX8" fmla="*/ 1477254 w 1524836"/>
              <a:gd name="connsiteY8" fmla="*/ 108593 h 1312190"/>
              <a:gd name="connsiteX9" fmla="*/ 1214260 w 1524836"/>
              <a:gd name="connsiteY9" fmla="*/ 107418 h 1312190"/>
              <a:gd name="connsiteX10" fmla="*/ 1517514 w 1524836"/>
              <a:gd name="connsiteY10" fmla="*/ 8033 h 1312190"/>
              <a:gd name="connsiteX11" fmla="*/ 1524698 w 1524836"/>
              <a:gd name="connsiteY11" fmla="*/ 385199 h 1312190"/>
              <a:gd name="connsiteX12" fmla="*/ 1416149 w 1524836"/>
              <a:gd name="connsiteY12" fmla="*/ 496903 h 1312190"/>
              <a:gd name="connsiteX13" fmla="*/ 1418904 w 1524836"/>
              <a:gd name="connsiteY13" fmla="*/ 952767 h 1312190"/>
              <a:gd name="connsiteX14" fmla="*/ 1508552 w 1524836"/>
              <a:gd name="connsiteY14" fmla="*/ 950167 h 1312190"/>
              <a:gd name="connsiteX15" fmla="*/ 1212757 w 1524836"/>
              <a:gd name="connsiteY15" fmla="*/ 1310662 h 1312190"/>
              <a:gd name="connsiteX16" fmla="*/ 776173 w 1524836"/>
              <a:gd name="connsiteY16" fmla="*/ 1312190 h 1312190"/>
              <a:gd name="connsiteX17" fmla="*/ 775002 w 1524836"/>
              <a:gd name="connsiteY17" fmla="*/ 1132651 h 1312190"/>
              <a:gd name="connsiteX18" fmla="*/ 644163 w 1524836"/>
              <a:gd name="connsiteY18" fmla="*/ 1135059 h 1312190"/>
              <a:gd name="connsiteX19" fmla="*/ 782352 w 1524836"/>
              <a:gd name="connsiteY19" fmla="*/ 1002750 h 1312190"/>
              <a:gd name="connsiteX20" fmla="*/ 550263 w 1524836"/>
              <a:gd name="connsiteY20" fmla="*/ 767222 h 1312190"/>
              <a:gd name="connsiteX21" fmla="*/ 320 w 1524836"/>
              <a:gd name="connsiteY21" fmla="*/ 764476 h 1312190"/>
              <a:gd name="connsiteX22" fmla="*/ 362515 w 1524836"/>
              <a:gd name="connsiteY22" fmla="*/ 394316 h 1312190"/>
              <a:gd name="connsiteX23" fmla="*/ 363861 w 1524836"/>
              <a:gd name="connsiteY23" fmla="*/ 180825 h 1312190"/>
              <a:gd name="connsiteX24" fmla="*/ 543986 w 1524836"/>
              <a:gd name="connsiteY24" fmla="*/ 194 h 1312190"/>
              <a:gd name="connsiteX25" fmla="*/ 1517514 w 1524836"/>
              <a:gd name="connsiteY25" fmla="*/ 8033 h 1312190"/>
              <a:gd name="connsiteX0" fmla="*/ 1214260 w 1524836"/>
              <a:gd name="connsiteY0" fmla="*/ 107418 h 1312190"/>
              <a:gd name="connsiteX1" fmla="*/ 1136360 w 1524836"/>
              <a:gd name="connsiteY1" fmla="*/ 108593 h 1312190"/>
              <a:gd name="connsiteX2" fmla="*/ 1135975 w 1524836"/>
              <a:gd name="connsiteY2" fmla="*/ 223824 h 1312190"/>
              <a:gd name="connsiteX3" fmla="*/ 758226 w 1524836"/>
              <a:gd name="connsiteY3" fmla="*/ 225355 h 1312190"/>
              <a:gd name="connsiteX4" fmla="*/ 758033 w 1524836"/>
              <a:gd name="connsiteY4" fmla="*/ 669554 h 1312190"/>
              <a:gd name="connsiteX5" fmla="*/ 1318064 w 1524836"/>
              <a:gd name="connsiteY5" fmla="*/ 670941 h 1312190"/>
              <a:gd name="connsiteX6" fmla="*/ 1318172 w 1524836"/>
              <a:gd name="connsiteY6" fmla="*/ 389971 h 1312190"/>
              <a:gd name="connsiteX7" fmla="*/ 1475918 w 1524836"/>
              <a:gd name="connsiteY7" fmla="*/ 226307 h 1312190"/>
              <a:gd name="connsiteX8" fmla="*/ 1477254 w 1524836"/>
              <a:gd name="connsiteY8" fmla="*/ 108593 h 1312190"/>
              <a:gd name="connsiteX9" fmla="*/ 1214260 w 1524836"/>
              <a:gd name="connsiteY9" fmla="*/ 107418 h 1312190"/>
              <a:gd name="connsiteX10" fmla="*/ 1517514 w 1524836"/>
              <a:gd name="connsiteY10" fmla="*/ 8033 h 1312190"/>
              <a:gd name="connsiteX11" fmla="*/ 1524698 w 1524836"/>
              <a:gd name="connsiteY11" fmla="*/ 385199 h 1312190"/>
              <a:gd name="connsiteX12" fmla="*/ 1416149 w 1524836"/>
              <a:gd name="connsiteY12" fmla="*/ 496903 h 1312190"/>
              <a:gd name="connsiteX13" fmla="*/ 1418904 w 1524836"/>
              <a:gd name="connsiteY13" fmla="*/ 952767 h 1312190"/>
              <a:gd name="connsiteX14" fmla="*/ 1508552 w 1524836"/>
              <a:gd name="connsiteY14" fmla="*/ 950167 h 1312190"/>
              <a:gd name="connsiteX15" fmla="*/ 1212757 w 1524836"/>
              <a:gd name="connsiteY15" fmla="*/ 1310662 h 1312190"/>
              <a:gd name="connsiteX16" fmla="*/ 776173 w 1524836"/>
              <a:gd name="connsiteY16" fmla="*/ 1312190 h 1312190"/>
              <a:gd name="connsiteX17" fmla="*/ 775002 w 1524836"/>
              <a:gd name="connsiteY17" fmla="*/ 1132651 h 1312190"/>
              <a:gd name="connsiteX18" fmla="*/ 644163 w 1524836"/>
              <a:gd name="connsiteY18" fmla="*/ 1135059 h 1312190"/>
              <a:gd name="connsiteX19" fmla="*/ 782352 w 1524836"/>
              <a:gd name="connsiteY19" fmla="*/ 1002750 h 1312190"/>
              <a:gd name="connsiteX20" fmla="*/ 550263 w 1524836"/>
              <a:gd name="connsiteY20" fmla="*/ 767222 h 1312190"/>
              <a:gd name="connsiteX21" fmla="*/ 320 w 1524836"/>
              <a:gd name="connsiteY21" fmla="*/ 764476 h 1312190"/>
              <a:gd name="connsiteX22" fmla="*/ 362515 w 1524836"/>
              <a:gd name="connsiteY22" fmla="*/ 394316 h 1312190"/>
              <a:gd name="connsiteX23" fmla="*/ 363861 w 1524836"/>
              <a:gd name="connsiteY23" fmla="*/ 180825 h 1312190"/>
              <a:gd name="connsiteX24" fmla="*/ 543986 w 1524836"/>
              <a:gd name="connsiteY24" fmla="*/ 194 h 1312190"/>
              <a:gd name="connsiteX25" fmla="*/ 1517514 w 1524836"/>
              <a:gd name="connsiteY25" fmla="*/ 8033 h 1312190"/>
              <a:gd name="connsiteX0" fmla="*/ 1214260 w 1524836"/>
              <a:gd name="connsiteY0" fmla="*/ 107418 h 1312190"/>
              <a:gd name="connsiteX1" fmla="*/ 1136360 w 1524836"/>
              <a:gd name="connsiteY1" fmla="*/ 108593 h 1312190"/>
              <a:gd name="connsiteX2" fmla="*/ 1135975 w 1524836"/>
              <a:gd name="connsiteY2" fmla="*/ 223824 h 1312190"/>
              <a:gd name="connsiteX3" fmla="*/ 758226 w 1524836"/>
              <a:gd name="connsiteY3" fmla="*/ 225355 h 1312190"/>
              <a:gd name="connsiteX4" fmla="*/ 758033 w 1524836"/>
              <a:gd name="connsiteY4" fmla="*/ 669554 h 1312190"/>
              <a:gd name="connsiteX5" fmla="*/ 1315006 w 1524836"/>
              <a:gd name="connsiteY5" fmla="*/ 667882 h 1312190"/>
              <a:gd name="connsiteX6" fmla="*/ 1318172 w 1524836"/>
              <a:gd name="connsiteY6" fmla="*/ 389971 h 1312190"/>
              <a:gd name="connsiteX7" fmla="*/ 1475918 w 1524836"/>
              <a:gd name="connsiteY7" fmla="*/ 226307 h 1312190"/>
              <a:gd name="connsiteX8" fmla="*/ 1477254 w 1524836"/>
              <a:gd name="connsiteY8" fmla="*/ 108593 h 1312190"/>
              <a:gd name="connsiteX9" fmla="*/ 1214260 w 1524836"/>
              <a:gd name="connsiteY9" fmla="*/ 107418 h 1312190"/>
              <a:gd name="connsiteX10" fmla="*/ 1517514 w 1524836"/>
              <a:gd name="connsiteY10" fmla="*/ 8033 h 1312190"/>
              <a:gd name="connsiteX11" fmla="*/ 1524698 w 1524836"/>
              <a:gd name="connsiteY11" fmla="*/ 385199 h 1312190"/>
              <a:gd name="connsiteX12" fmla="*/ 1416149 w 1524836"/>
              <a:gd name="connsiteY12" fmla="*/ 496903 h 1312190"/>
              <a:gd name="connsiteX13" fmla="*/ 1418904 w 1524836"/>
              <a:gd name="connsiteY13" fmla="*/ 952767 h 1312190"/>
              <a:gd name="connsiteX14" fmla="*/ 1508552 w 1524836"/>
              <a:gd name="connsiteY14" fmla="*/ 950167 h 1312190"/>
              <a:gd name="connsiteX15" fmla="*/ 1212757 w 1524836"/>
              <a:gd name="connsiteY15" fmla="*/ 1310662 h 1312190"/>
              <a:gd name="connsiteX16" fmla="*/ 776173 w 1524836"/>
              <a:gd name="connsiteY16" fmla="*/ 1312190 h 1312190"/>
              <a:gd name="connsiteX17" fmla="*/ 775002 w 1524836"/>
              <a:gd name="connsiteY17" fmla="*/ 1132651 h 1312190"/>
              <a:gd name="connsiteX18" fmla="*/ 644163 w 1524836"/>
              <a:gd name="connsiteY18" fmla="*/ 1135059 h 1312190"/>
              <a:gd name="connsiteX19" fmla="*/ 782352 w 1524836"/>
              <a:gd name="connsiteY19" fmla="*/ 1002750 h 1312190"/>
              <a:gd name="connsiteX20" fmla="*/ 550263 w 1524836"/>
              <a:gd name="connsiteY20" fmla="*/ 767222 h 1312190"/>
              <a:gd name="connsiteX21" fmla="*/ 320 w 1524836"/>
              <a:gd name="connsiteY21" fmla="*/ 764476 h 1312190"/>
              <a:gd name="connsiteX22" fmla="*/ 362515 w 1524836"/>
              <a:gd name="connsiteY22" fmla="*/ 394316 h 1312190"/>
              <a:gd name="connsiteX23" fmla="*/ 363861 w 1524836"/>
              <a:gd name="connsiteY23" fmla="*/ 180825 h 1312190"/>
              <a:gd name="connsiteX24" fmla="*/ 543986 w 1524836"/>
              <a:gd name="connsiteY24" fmla="*/ 194 h 1312190"/>
              <a:gd name="connsiteX25" fmla="*/ 1517514 w 1524836"/>
              <a:gd name="connsiteY25" fmla="*/ 8033 h 1312190"/>
              <a:gd name="connsiteX0" fmla="*/ 1214260 w 1524836"/>
              <a:gd name="connsiteY0" fmla="*/ 107418 h 1312190"/>
              <a:gd name="connsiteX1" fmla="*/ 1136360 w 1524836"/>
              <a:gd name="connsiteY1" fmla="*/ 108593 h 1312190"/>
              <a:gd name="connsiteX2" fmla="*/ 1135975 w 1524836"/>
              <a:gd name="connsiteY2" fmla="*/ 223824 h 1312190"/>
              <a:gd name="connsiteX3" fmla="*/ 758226 w 1524836"/>
              <a:gd name="connsiteY3" fmla="*/ 225355 h 1312190"/>
              <a:gd name="connsiteX4" fmla="*/ 758033 w 1524836"/>
              <a:gd name="connsiteY4" fmla="*/ 669554 h 1312190"/>
              <a:gd name="connsiteX5" fmla="*/ 1315006 w 1524836"/>
              <a:gd name="connsiteY5" fmla="*/ 667882 h 1312190"/>
              <a:gd name="connsiteX6" fmla="*/ 1313585 w 1524836"/>
              <a:gd name="connsiteY6" fmla="*/ 397617 h 1312190"/>
              <a:gd name="connsiteX7" fmla="*/ 1475918 w 1524836"/>
              <a:gd name="connsiteY7" fmla="*/ 226307 h 1312190"/>
              <a:gd name="connsiteX8" fmla="*/ 1477254 w 1524836"/>
              <a:gd name="connsiteY8" fmla="*/ 108593 h 1312190"/>
              <a:gd name="connsiteX9" fmla="*/ 1214260 w 1524836"/>
              <a:gd name="connsiteY9" fmla="*/ 107418 h 1312190"/>
              <a:gd name="connsiteX10" fmla="*/ 1517514 w 1524836"/>
              <a:gd name="connsiteY10" fmla="*/ 8033 h 1312190"/>
              <a:gd name="connsiteX11" fmla="*/ 1524698 w 1524836"/>
              <a:gd name="connsiteY11" fmla="*/ 385199 h 1312190"/>
              <a:gd name="connsiteX12" fmla="*/ 1416149 w 1524836"/>
              <a:gd name="connsiteY12" fmla="*/ 496903 h 1312190"/>
              <a:gd name="connsiteX13" fmla="*/ 1418904 w 1524836"/>
              <a:gd name="connsiteY13" fmla="*/ 952767 h 1312190"/>
              <a:gd name="connsiteX14" fmla="*/ 1508552 w 1524836"/>
              <a:gd name="connsiteY14" fmla="*/ 950167 h 1312190"/>
              <a:gd name="connsiteX15" fmla="*/ 1212757 w 1524836"/>
              <a:gd name="connsiteY15" fmla="*/ 1310662 h 1312190"/>
              <a:gd name="connsiteX16" fmla="*/ 776173 w 1524836"/>
              <a:gd name="connsiteY16" fmla="*/ 1312190 h 1312190"/>
              <a:gd name="connsiteX17" fmla="*/ 775002 w 1524836"/>
              <a:gd name="connsiteY17" fmla="*/ 1132651 h 1312190"/>
              <a:gd name="connsiteX18" fmla="*/ 644163 w 1524836"/>
              <a:gd name="connsiteY18" fmla="*/ 1135059 h 1312190"/>
              <a:gd name="connsiteX19" fmla="*/ 782352 w 1524836"/>
              <a:gd name="connsiteY19" fmla="*/ 1002750 h 1312190"/>
              <a:gd name="connsiteX20" fmla="*/ 550263 w 1524836"/>
              <a:gd name="connsiteY20" fmla="*/ 767222 h 1312190"/>
              <a:gd name="connsiteX21" fmla="*/ 320 w 1524836"/>
              <a:gd name="connsiteY21" fmla="*/ 764476 h 1312190"/>
              <a:gd name="connsiteX22" fmla="*/ 362515 w 1524836"/>
              <a:gd name="connsiteY22" fmla="*/ 394316 h 1312190"/>
              <a:gd name="connsiteX23" fmla="*/ 363861 w 1524836"/>
              <a:gd name="connsiteY23" fmla="*/ 180825 h 1312190"/>
              <a:gd name="connsiteX24" fmla="*/ 543986 w 1524836"/>
              <a:gd name="connsiteY24" fmla="*/ 194 h 1312190"/>
              <a:gd name="connsiteX25" fmla="*/ 1517514 w 1524836"/>
              <a:gd name="connsiteY25" fmla="*/ 8033 h 1312190"/>
              <a:gd name="connsiteX0" fmla="*/ 1214260 w 1524836"/>
              <a:gd name="connsiteY0" fmla="*/ 107418 h 1312190"/>
              <a:gd name="connsiteX1" fmla="*/ 1136360 w 1524836"/>
              <a:gd name="connsiteY1" fmla="*/ 108593 h 1312190"/>
              <a:gd name="connsiteX2" fmla="*/ 1135975 w 1524836"/>
              <a:gd name="connsiteY2" fmla="*/ 223824 h 1312190"/>
              <a:gd name="connsiteX3" fmla="*/ 758226 w 1524836"/>
              <a:gd name="connsiteY3" fmla="*/ 225355 h 1312190"/>
              <a:gd name="connsiteX4" fmla="*/ 758033 w 1524836"/>
              <a:gd name="connsiteY4" fmla="*/ 669554 h 1312190"/>
              <a:gd name="connsiteX5" fmla="*/ 1315006 w 1524836"/>
              <a:gd name="connsiteY5" fmla="*/ 667882 h 1312190"/>
              <a:gd name="connsiteX6" fmla="*/ 1313585 w 1524836"/>
              <a:gd name="connsiteY6" fmla="*/ 397617 h 1312190"/>
              <a:gd name="connsiteX7" fmla="*/ 1475918 w 1524836"/>
              <a:gd name="connsiteY7" fmla="*/ 226307 h 1312190"/>
              <a:gd name="connsiteX8" fmla="*/ 1477254 w 1524836"/>
              <a:gd name="connsiteY8" fmla="*/ 108593 h 1312190"/>
              <a:gd name="connsiteX9" fmla="*/ 1214260 w 1524836"/>
              <a:gd name="connsiteY9" fmla="*/ 107418 h 1312190"/>
              <a:gd name="connsiteX10" fmla="*/ 1517514 w 1524836"/>
              <a:gd name="connsiteY10" fmla="*/ 8033 h 1312190"/>
              <a:gd name="connsiteX11" fmla="*/ 1524698 w 1524836"/>
              <a:gd name="connsiteY11" fmla="*/ 385199 h 1312190"/>
              <a:gd name="connsiteX12" fmla="*/ 1416149 w 1524836"/>
              <a:gd name="connsiteY12" fmla="*/ 496903 h 1312190"/>
              <a:gd name="connsiteX13" fmla="*/ 1418904 w 1524836"/>
              <a:gd name="connsiteY13" fmla="*/ 952767 h 1312190"/>
              <a:gd name="connsiteX14" fmla="*/ 1508552 w 1524836"/>
              <a:gd name="connsiteY14" fmla="*/ 950167 h 1312190"/>
              <a:gd name="connsiteX15" fmla="*/ 1212757 w 1524836"/>
              <a:gd name="connsiteY15" fmla="*/ 1310662 h 1312190"/>
              <a:gd name="connsiteX16" fmla="*/ 776173 w 1524836"/>
              <a:gd name="connsiteY16" fmla="*/ 1312190 h 1312190"/>
              <a:gd name="connsiteX17" fmla="*/ 775002 w 1524836"/>
              <a:gd name="connsiteY17" fmla="*/ 1132651 h 1312190"/>
              <a:gd name="connsiteX18" fmla="*/ 644163 w 1524836"/>
              <a:gd name="connsiteY18" fmla="*/ 1135059 h 1312190"/>
              <a:gd name="connsiteX19" fmla="*/ 782352 w 1524836"/>
              <a:gd name="connsiteY19" fmla="*/ 1002750 h 1312190"/>
              <a:gd name="connsiteX20" fmla="*/ 550263 w 1524836"/>
              <a:gd name="connsiteY20" fmla="*/ 767222 h 1312190"/>
              <a:gd name="connsiteX21" fmla="*/ 320 w 1524836"/>
              <a:gd name="connsiteY21" fmla="*/ 764476 h 1312190"/>
              <a:gd name="connsiteX22" fmla="*/ 362515 w 1524836"/>
              <a:gd name="connsiteY22" fmla="*/ 394316 h 1312190"/>
              <a:gd name="connsiteX23" fmla="*/ 363861 w 1524836"/>
              <a:gd name="connsiteY23" fmla="*/ 180825 h 1312190"/>
              <a:gd name="connsiteX24" fmla="*/ 543986 w 1524836"/>
              <a:gd name="connsiteY24" fmla="*/ 194 h 1312190"/>
              <a:gd name="connsiteX25" fmla="*/ 1517514 w 1524836"/>
              <a:gd name="connsiteY25" fmla="*/ 8033 h 1312190"/>
              <a:gd name="connsiteX0" fmla="*/ 1214260 w 1524836"/>
              <a:gd name="connsiteY0" fmla="*/ 107418 h 1312190"/>
              <a:gd name="connsiteX1" fmla="*/ 1136360 w 1524836"/>
              <a:gd name="connsiteY1" fmla="*/ 108593 h 1312190"/>
              <a:gd name="connsiteX2" fmla="*/ 1135975 w 1524836"/>
              <a:gd name="connsiteY2" fmla="*/ 223824 h 1312190"/>
              <a:gd name="connsiteX3" fmla="*/ 758226 w 1524836"/>
              <a:gd name="connsiteY3" fmla="*/ 225355 h 1312190"/>
              <a:gd name="connsiteX4" fmla="*/ 758033 w 1524836"/>
              <a:gd name="connsiteY4" fmla="*/ 669554 h 1312190"/>
              <a:gd name="connsiteX5" fmla="*/ 1315006 w 1524836"/>
              <a:gd name="connsiteY5" fmla="*/ 667882 h 1312190"/>
              <a:gd name="connsiteX6" fmla="*/ 1313585 w 1524836"/>
              <a:gd name="connsiteY6" fmla="*/ 397617 h 1312190"/>
              <a:gd name="connsiteX7" fmla="*/ 1475918 w 1524836"/>
              <a:gd name="connsiteY7" fmla="*/ 226307 h 1312190"/>
              <a:gd name="connsiteX8" fmla="*/ 1477254 w 1524836"/>
              <a:gd name="connsiteY8" fmla="*/ 108593 h 1312190"/>
              <a:gd name="connsiteX9" fmla="*/ 1214260 w 1524836"/>
              <a:gd name="connsiteY9" fmla="*/ 107418 h 1312190"/>
              <a:gd name="connsiteX10" fmla="*/ 1517514 w 1524836"/>
              <a:gd name="connsiteY10" fmla="*/ 8033 h 1312190"/>
              <a:gd name="connsiteX11" fmla="*/ 1524698 w 1524836"/>
              <a:gd name="connsiteY11" fmla="*/ 385199 h 1312190"/>
              <a:gd name="connsiteX12" fmla="*/ 1416149 w 1524836"/>
              <a:gd name="connsiteY12" fmla="*/ 496903 h 1312190"/>
              <a:gd name="connsiteX13" fmla="*/ 1418904 w 1524836"/>
              <a:gd name="connsiteY13" fmla="*/ 952767 h 1312190"/>
              <a:gd name="connsiteX14" fmla="*/ 1508552 w 1524836"/>
              <a:gd name="connsiteY14" fmla="*/ 950167 h 1312190"/>
              <a:gd name="connsiteX15" fmla="*/ 1212757 w 1524836"/>
              <a:gd name="connsiteY15" fmla="*/ 1310662 h 1312190"/>
              <a:gd name="connsiteX16" fmla="*/ 776173 w 1524836"/>
              <a:gd name="connsiteY16" fmla="*/ 1312190 h 1312190"/>
              <a:gd name="connsiteX17" fmla="*/ 775002 w 1524836"/>
              <a:gd name="connsiteY17" fmla="*/ 1132651 h 1312190"/>
              <a:gd name="connsiteX18" fmla="*/ 644163 w 1524836"/>
              <a:gd name="connsiteY18" fmla="*/ 1135059 h 1312190"/>
              <a:gd name="connsiteX19" fmla="*/ 782352 w 1524836"/>
              <a:gd name="connsiteY19" fmla="*/ 1002750 h 1312190"/>
              <a:gd name="connsiteX20" fmla="*/ 550263 w 1524836"/>
              <a:gd name="connsiteY20" fmla="*/ 767222 h 1312190"/>
              <a:gd name="connsiteX21" fmla="*/ 320 w 1524836"/>
              <a:gd name="connsiteY21" fmla="*/ 764476 h 1312190"/>
              <a:gd name="connsiteX22" fmla="*/ 362515 w 1524836"/>
              <a:gd name="connsiteY22" fmla="*/ 394316 h 1312190"/>
              <a:gd name="connsiteX23" fmla="*/ 363861 w 1524836"/>
              <a:gd name="connsiteY23" fmla="*/ 180825 h 1312190"/>
              <a:gd name="connsiteX24" fmla="*/ 543986 w 1524836"/>
              <a:gd name="connsiteY24" fmla="*/ 194 h 1312190"/>
              <a:gd name="connsiteX25" fmla="*/ 1517514 w 1524836"/>
              <a:gd name="connsiteY25" fmla="*/ 8033 h 1312190"/>
              <a:gd name="connsiteX0" fmla="*/ 1214260 w 1524836"/>
              <a:gd name="connsiteY0" fmla="*/ 107418 h 1312190"/>
              <a:gd name="connsiteX1" fmla="*/ 1136360 w 1524836"/>
              <a:gd name="connsiteY1" fmla="*/ 108593 h 1312190"/>
              <a:gd name="connsiteX2" fmla="*/ 1135975 w 1524836"/>
              <a:gd name="connsiteY2" fmla="*/ 223824 h 1312190"/>
              <a:gd name="connsiteX3" fmla="*/ 758226 w 1524836"/>
              <a:gd name="connsiteY3" fmla="*/ 225355 h 1312190"/>
              <a:gd name="connsiteX4" fmla="*/ 758033 w 1524836"/>
              <a:gd name="connsiteY4" fmla="*/ 669554 h 1312190"/>
              <a:gd name="connsiteX5" fmla="*/ 1315006 w 1524836"/>
              <a:gd name="connsiteY5" fmla="*/ 667882 h 1312190"/>
              <a:gd name="connsiteX6" fmla="*/ 1313585 w 1524836"/>
              <a:gd name="connsiteY6" fmla="*/ 389971 h 1312190"/>
              <a:gd name="connsiteX7" fmla="*/ 1475918 w 1524836"/>
              <a:gd name="connsiteY7" fmla="*/ 226307 h 1312190"/>
              <a:gd name="connsiteX8" fmla="*/ 1477254 w 1524836"/>
              <a:gd name="connsiteY8" fmla="*/ 108593 h 1312190"/>
              <a:gd name="connsiteX9" fmla="*/ 1214260 w 1524836"/>
              <a:gd name="connsiteY9" fmla="*/ 107418 h 1312190"/>
              <a:gd name="connsiteX10" fmla="*/ 1517514 w 1524836"/>
              <a:gd name="connsiteY10" fmla="*/ 8033 h 1312190"/>
              <a:gd name="connsiteX11" fmla="*/ 1524698 w 1524836"/>
              <a:gd name="connsiteY11" fmla="*/ 385199 h 1312190"/>
              <a:gd name="connsiteX12" fmla="*/ 1416149 w 1524836"/>
              <a:gd name="connsiteY12" fmla="*/ 496903 h 1312190"/>
              <a:gd name="connsiteX13" fmla="*/ 1418904 w 1524836"/>
              <a:gd name="connsiteY13" fmla="*/ 952767 h 1312190"/>
              <a:gd name="connsiteX14" fmla="*/ 1508552 w 1524836"/>
              <a:gd name="connsiteY14" fmla="*/ 950167 h 1312190"/>
              <a:gd name="connsiteX15" fmla="*/ 1212757 w 1524836"/>
              <a:gd name="connsiteY15" fmla="*/ 1310662 h 1312190"/>
              <a:gd name="connsiteX16" fmla="*/ 776173 w 1524836"/>
              <a:gd name="connsiteY16" fmla="*/ 1312190 h 1312190"/>
              <a:gd name="connsiteX17" fmla="*/ 775002 w 1524836"/>
              <a:gd name="connsiteY17" fmla="*/ 1132651 h 1312190"/>
              <a:gd name="connsiteX18" fmla="*/ 644163 w 1524836"/>
              <a:gd name="connsiteY18" fmla="*/ 1135059 h 1312190"/>
              <a:gd name="connsiteX19" fmla="*/ 782352 w 1524836"/>
              <a:gd name="connsiteY19" fmla="*/ 1002750 h 1312190"/>
              <a:gd name="connsiteX20" fmla="*/ 550263 w 1524836"/>
              <a:gd name="connsiteY20" fmla="*/ 767222 h 1312190"/>
              <a:gd name="connsiteX21" fmla="*/ 320 w 1524836"/>
              <a:gd name="connsiteY21" fmla="*/ 764476 h 1312190"/>
              <a:gd name="connsiteX22" fmla="*/ 362515 w 1524836"/>
              <a:gd name="connsiteY22" fmla="*/ 394316 h 1312190"/>
              <a:gd name="connsiteX23" fmla="*/ 363861 w 1524836"/>
              <a:gd name="connsiteY23" fmla="*/ 180825 h 1312190"/>
              <a:gd name="connsiteX24" fmla="*/ 543986 w 1524836"/>
              <a:gd name="connsiteY24" fmla="*/ 194 h 1312190"/>
              <a:gd name="connsiteX25" fmla="*/ 1517514 w 1524836"/>
              <a:gd name="connsiteY25" fmla="*/ 8033 h 1312190"/>
              <a:gd name="connsiteX0" fmla="*/ 1214260 w 1524836"/>
              <a:gd name="connsiteY0" fmla="*/ 107418 h 1321365"/>
              <a:gd name="connsiteX1" fmla="*/ 1136360 w 1524836"/>
              <a:gd name="connsiteY1" fmla="*/ 108593 h 1321365"/>
              <a:gd name="connsiteX2" fmla="*/ 1135975 w 1524836"/>
              <a:gd name="connsiteY2" fmla="*/ 223824 h 1321365"/>
              <a:gd name="connsiteX3" fmla="*/ 758226 w 1524836"/>
              <a:gd name="connsiteY3" fmla="*/ 225355 h 1321365"/>
              <a:gd name="connsiteX4" fmla="*/ 758033 w 1524836"/>
              <a:gd name="connsiteY4" fmla="*/ 669554 h 1321365"/>
              <a:gd name="connsiteX5" fmla="*/ 1315006 w 1524836"/>
              <a:gd name="connsiteY5" fmla="*/ 667882 h 1321365"/>
              <a:gd name="connsiteX6" fmla="*/ 1313585 w 1524836"/>
              <a:gd name="connsiteY6" fmla="*/ 389971 h 1321365"/>
              <a:gd name="connsiteX7" fmla="*/ 1475918 w 1524836"/>
              <a:gd name="connsiteY7" fmla="*/ 226307 h 1321365"/>
              <a:gd name="connsiteX8" fmla="*/ 1477254 w 1524836"/>
              <a:gd name="connsiteY8" fmla="*/ 108593 h 1321365"/>
              <a:gd name="connsiteX9" fmla="*/ 1214260 w 1524836"/>
              <a:gd name="connsiteY9" fmla="*/ 107418 h 1321365"/>
              <a:gd name="connsiteX10" fmla="*/ 1517514 w 1524836"/>
              <a:gd name="connsiteY10" fmla="*/ 8033 h 1321365"/>
              <a:gd name="connsiteX11" fmla="*/ 1524698 w 1524836"/>
              <a:gd name="connsiteY11" fmla="*/ 385199 h 1321365"/>
              <a:gd name="connsiteX12" fmla="*/ 1416149 w 1524836"/>
              <a:gd name="connsiteY12" fmla="*/ 496903 h 1321365"/>
              <a:gd name="connsiteX13" fmla="*/ 1418904 w 1524836"/>
              <a:gd name="connsiteY13" fmla="*/ 952767 h 1321365"/>
              <a:gd name="connsiteX14" fmla="*/ 1508552 w 1524836"/>
              <a:gd name="connsiteY14" fmla="*/ 950167 h 1321365"/>
              <a:gd name="connsiteX15" fmla="*/ 1208169 w 1524836"/>
              <a:gd name="connsiteY15" fmla="*/ 1321365 h 1321365"/>
              <a:gd name="connsiteX16" fmla="*/ 776173 w 1524836"/>
              <a:gd name="connsiteY16" fmla="*/ 1312190 h 1321365"/>
              <a:gd name="connsiteX17" fmla="*/ 775002 w 1524836"/>
              <a:gd name="connsiteY17" fmla="*/ 1132651 h 1321365"/>
              <a:gd name="connsiteX18" fmla="*/ 644163 w 1524836"/>
              <a:gd name="connsiteY18" fmla="*/ 1135059 h 1321365"/>
              <a:gd name="connsiteX19" fmla="*/ 782352 w 1524836"/>
              <a:gd name="connsiteY19" fmla="*/ 1002750 h 1321365"/>
              <a:gd name="connsiteX20" fmla="*/ 550263 w 1524836"/>
              <a:gd name="connsiteY20" fmla="*/ 767222 h 1321365"/>
              <a:gd name="connsiteX21" fmla="*/ 320 w 1524836"/>
              <a:gd name="connsiteY21" fmla="*/ 764476 h 1321365"/>
              <a:gd name="connsiteX22" fmla="*/ 362515 w 1524836"/>
              <a:gd name="connsiteY22" fmla="*/ 394316 h 1321365"/>
              <a:gd name="connsiteX23" fmla="*/ 363861 w 1524836"/>
              <a:gd name="connsiteY23" fmla="*/ 180825 h 1321365"/>
              <a:gd name="connsiteX24" fmla="*/ 543986 w 1524836"/>
              <a:gd name="connsiteY24" fmla="*/ 194 h 1321365"/>
              <a:gd name="connsiteX25" fmla="*/ 1517514 w 1524836"/>
              <a:gd name="connsiteY25" fmla="*/ 8033 h 1321365"/>
              <a:gd name="connsiteX0" fmla="*/ 1214260 w 1524836"/>
              <a:gd name="connsiteY0" fmla="*/ 107418 h 1321365"/>
              <a:gd name="connsiteX1" fmla="*/ 1136360 w 1524836"/>
              <a:gd name="connsiteY1" fmla="*/ 108593 h 1321365"/>
              <a:gd name="connsiteX2" fmla="*/ 1135975 w 1524836"/>
              <a:gd name="connsiteY2" fmla="*/ 223824 h 1321365"/>
              <a:gd name="connsiteX3" fmla="*/ 758226 w 1524836"/>
              <a:gd name="connsiteY3" fmla="*/ 225355 h 1321365"/>
              <a:gd name="connsiteX4" fmla="*/ 758033 w 1524836"/>
              <a:gd name="connsiteY4" fmla="*/ 669554 h 1321365"/>
              <a:gd name="connsiteX5" fmla="*/ 1315006 w 1524836"/>
              <a:gd name="connsiteY5" fmla="*/ 667882 h 1321365"/>
              <a:gd name="connsiteX6" fmla="*/ 1313585 w 1524836"/>
              <a:gd name="connsiteY6" fmla="*/ 389971 h 1321365"/>
              <a:gd name="connsiteX7" fmla="*/ 1475918 w 1524836"/>
              <a:gd name="connsiteY7" fmla="*/ 226307 h 1321365"/>
              <a:gd name="connsiteX8" fmla="*/ 1477254 w 1524836"/>
              <a:gd name="connsiteY8" fmla="*/ 108593 h 1321365"/>
              <a:gd name="connsiteX9" fmla="*/ 1214260 w 1524836"/>
              <a:gd name="connsiteY9" fmla="*/ 107418 h 1321365"/>
              <a:gd name="connsiteX10" fmla="*/ 1517514 w 1524836"/>
              <a:gd name="connsiteY10" fmla="*/ 8033 h 1321365"/>
              <a:gd name="connsiteX11" fmla="*/ 1524698 w 1524836"/>
              <a:gd name="connsiteY11" fmla="*/ 385199 h 1321365"/>
              <a:gd name="connsiteX12" fmla="*/ 1416149 w 1524836"/>
              <a:gd name="connsiteY12" fmla="*/ 496903 h 1321365"/>
              <a:gd name="connsiteX13" fmla="*/ 1418904 w 1524836"/>
              <a:gd name="connsiteY13" fmla="*/ 952767 h 1321365"/>
              <a:gd name="connsiteX14" fmla="*/ 1508552 w 1524836"/>
              <a:gd name="connsiteY14" fmla="*/ 950167 h 1321365"/>
              <a:gd name="connsiteX15" fmla="*/ 1208169 w 1524836"/>
              <a:gd name="connsiteY15" fmla="*/ 1321365 h 1321365"/>
              <a:gd name="connsiteX16" fmla="*/ 776173 w 1524836"/>
              <a:gd name="connsiteY16" fmla="*/ 1312190 h 1321365"/>
              <a:gd name="connsiteX17" fmla="*/ 775002 w 1524836"/>
              <a:gd name="connsiteY17" fmla="*/ 1132651 h 1321365"/>
              <a:gd name="connsiteX18" fmla="*/ 644163 w 1524836"/>
              <a:gd name="connsiteY18" fmla="*/ 1135059 h 1321365"/>
              <a:gd name="connsiteX19" fmla="*/ 782352 w 1524836"/>
              <a:gd name="connsiteY19" fmla="*/ 1002750 h 1321365"/>
              <a:gd name="connsiteX20" fmla="*/ 550263 w 1524836"/>
              <a:gd name="connsiteY20" fmla="*/ 767222 h 1321365"/>
              <a:gd name="connsiteX21" fmla="*/ 320 w 1524836"/>
              <a:gd name="connsiteY21" fmla="*/ 764476 h 1321365"/>
              <a:gd name="connsiteX22" fmla="*/ 362515 w 1524836"/>
              <a:gd name="connsiteY22" fmla="*/ 394316 h 1321365"/>
              <a:gd name="connsiteX23" fmla="*/ 363861 w 1524836"/>
              <a:gd name="connsiteY23" fmla="*/ 180825 h 1321365"/>
              <a:gd name="connsiteX24" fmla="*/ 543986 w 1524836"/>
              <a:gd name="connsiteY24" fmla="*/ 194 h 1321365"/>
              <a:gd name="connsiteX25" fmla="*/ 1517514 w 1524836"/>
              <a:gd name="connsiteY25" fmla="*/ 8033 h 1321365"/>
              <a:gd name="connsiteX0" fmla="*/ 1214260 w 1524836"/>
              <a:gd name="connsiteY0" fmla="*/ 107418 h 1321365"/>
              <a:gd name="connsiteX1" fmla="*/ 1136360 w 1524836"/>
              <a:gd name="connsiteY1" fmla="*/ 108593 h 1321365"/>
              <a:gd name="connsiteX2" fmla="*/ 1135975 w 1524836"/>
              <a:gd name="connsiteY2" fmla="*/ 223824 h 1321365"/>
              <a:gd name="connsiteX3" fmla="*/ 758226 w 1524836"/>
              <a:gd name="connsiteY3" fmla="*/ 225355 h 1321365"/>
              <a:gd name="connsiteX4" fmla="*/ 758033 w 1524836"/>
              <a:gd name="connsiteY4" fmla="*/ 669554 h 1321365"/>
              <a:gd name="connsiteX5" fmla="*/ 1315006 w 1524836"/>
              <a:gd name="connsiteY5" fmla="*/ 667882 h 1321365"/>
              <a:gd name="connsiteX6" fmla="*/ 1313585 w 1524836"/>
              <a:gd name="connsiteY6" fmla="*/ 389971 h 1321365"/>
              <a:gd name="connsiteX7" fmla="*/ 1475918 w 1524836"/>
              <a:gd name="connsiteY7" fmla="*/ 226307 h 1321365"/>
              <a:gd name="connsiteX8" fmla="*/ 1477254 w 1524836"/>
              <a:gd name="connsiteY8" fmla="*/ 108593 h 1321365"/>
              <a:gd name="connsiteX9" fmla="*/ 1214260 w 1524836"/>
              <a:gd name="connsiteY9" fmla="*/ 107418 h 1321365"/>
              <a:gd name="connsiteX10" fmla="*/ 1517514 w 1524836"/>
              <a:gd name="connsiteY10" fmla="*/ 8033 h 1321365"/>
              <a:gd name="connsiteX11" fmla="*/ 1524698 w 1524836"/>
              <a:gd name="connsiteY11" fmla="*/ 385199 h 1321365"/>
              <a:gd name="connsiteX12" fmla="*/ 1416149 w 1524836"/>
              <a:gd name="connsiteY12" fmla="*/ 496903 h 1321365"/>
              <a:gd name="connsiteX13" fmla="*/ 1418904 w 1524836"/>
              <a:gd name="connsiteY13" fmla="*/ 952767 h 1321365"/>
              <a:gd name="connsiteX14" fmla="*/ 1508552 w 1524836"/>
              <a:gd name="connsiteY14" fmla="*/ 950167 h 1321365"/>
              <a:gd name="connsiteX15" fmla="*/ 1208169 w 1524836"/>
              <a:gd name="connsiteY15" fmla="*/ 1321365 h 1321365"/>
              <a:gd name="connsiteX16" fmla="*/ 773115 w 1524836"/>
              <a:gd name="connsiteY16" fmla="*/ 1312190 h 1321365"/>
              <a:gd name="connsiteX17" fmla="*/ 775002 w 1524836"/>
              <a:gd name="connsiteY17" fmla="*/ 1132651 h 1321365"/>
              <a:gd name="connsiteX18" fmla="*/ 644163 w 1524836"/>
              <a:gd name="connsiteY18" fmla="*/ 1135059 h 1321365"/>
              <a:gd name="connsiteX19" fmla="*/ 782352 w 1524836"/>
              <a:gd name="connsiteY19" fmla="*/ 1002750 h 1321365"/>
              <a:gd name="connsiteX20" fmla="*/ 550263 w 1524836"/>
              <a:gd name="connsiteY20" fmla="*/ 767222 h 1321365"/>
              <a:gd name="connsiteX21" fmla="*/ 320 w 1524836"/>
              <a:gd name="connsiteY21" fmla="*/ 764476 h 1321365"/>
              <a:gd name="connsiteX22" fmla="*/ 362515 w 1524836"/>
              <a:gd name="connsiteY22" fmla="*/ 394316 h 1321365"/>
              <a:gd name="connsiteX23" fmla="*/ 363861 w 1524836"/>
              <a:gd name="connsiteY23" fmla="*/ 180825 h 1321365"/>
              <a:gd name="connsiteX24" fmla="*/ 543986 w 1524836"/>
              <a:gd name="connsiteY24" fmla="*/ 194 h 1321365"/>
              <a:gd name="connsiteX25" fmla="*/ 1517514 w 1524836"/>
              <a:gd name="connsiteY25" fmla="*/ 8033 h 1321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24836" h="1321365" fill="norm" stroke="1" extrusionOk="0">
                <a:moveTo>
                  <a:pt x="1214260" y="107418"/>
                </a:moveTo>
                <a:cubicBezTo>
                  <a:pt x="1168319" y="107339"/>
                  <a:pt x="1136360" y="107590"/>
                  <a:pt x="1136360" y="108593"/>
                </a:cubicBezTo>
                <a:cubicBezTo>
                  <a:pt x="1140148" y="103480"/>
                  <a:pt x="1133611" y="225790"/>
                  <a:pt x="1135975" y="223824"/>
                </a:cubicBezTo>
                <a:cubicBezTo>
                  <a:pt x="1143440" y="225226"/>
                  <a:pt x="756221" y="227012"/>
                  <a:pt x="758226" y="225355"/>
                </a:cubicBezTo>
                <a:cubicBezTo>
                  <a:pt x="758671" y="370876"/>
                  <a:pt x="757588" y="524033"/>
                  <a:pt x="758033" y="669554"/>
                </a:cubicBezTo>
                <a:lnTo>
                  <a:pt x="1315006" y="667882"/>
                </a:lnTo>
                <a:cubicBezTo>
                  <a:pt x="1315060" y="530455"/>
                  <a:pt x="1305568" y="383232"/>
                  <a:pt x="1313585" y="389971"/>
                </a:cubicBezTo>
                <a:cubicBezTo>
                  <a:pt x="1316558" y="392470"/>
                  <a:pt x="1475695" y="229884"/>
                  <a:pt x="1475918" y="226307"/>
                </a:cubicBezTo>
                <a:cubicBezTo>
                  <a:pt x="1481265" y="232075"/>
                  <a:pt x="1477254" y="148277"/>
                  <a:pt x="1477254" y="108593"/>
                </a:cubicBezTo>
                <a:lnTo>
                  <a:pt x="1214260" y="107418"/>
                </a:lnTo>
                <a:close/>
                <a:moveTo>
                  <a:pt x="1517514" y="8033"/>
                </a:moveTo>
                <a:cubicBezTo>
                  <a:pt x="1520781" y="10159"/>
                  <a:pt x="1522745" y="386855"/>
                  <a:pt x="1524698" y="385199"/>
                </a:cubicBezTo>
                <a:cubicBezTo>
                  <a:pt x="1529318" y="381281"/>
                  <a:pt x="1417203" y="496732"/>
                  <a:pt x="1416149" y="496903"/>
                </a:cubicBezTo>
                <a:cubicBezTo>
                  <a:pt x="1417067" y="648858"/>
                  <a:pt x="1417986" y="800812"/>
                  <a:pt x="1418904" y="952767"/>
                </a:cubicBezTo>
                <a:cubicBezTo>
                  <a:pt x="1451335" y="952410"/>
                  <a:pt x="1414627" y="951861"/>
                  <a:pt x="1508552" y="950167"/>
                </a:cubicBezTo>
                <a:lnTo>
                  <a:pt x="1208169" y="1321365"/>
                </a:lnTo>
                <a:lnTo>
                  <a:pt x="773115" y="1312190"/>
                </a:lnTo>
                <a:cubicBezTo>
                  <a:pt x="772725" y="1254126"/>
                  <a:pt x="775392" y="1133231"/>
                  <a:pt x="775002" y="1132651"/>
                </a:cubicBezTo>
                <a:cubicBezTo>
                  <a:pt x="774614" y="1133008"/>
                  <a:pt x="688667" y="1134702"/>
                  <a:pt x="644163" y="1135059"/>
                </a:cubicBezTo>
                <a:lnTo>
                  <a:pt x="782352" y="1002750"/>
                </a:lnTo>
                <a:cubicBezTo>
                  <a:pt x="786211" y="1002834"/>
                  <a:pt x="544823" y="774794"/>
                  <a:pt x="550263" y="767222"/>
                </a:cubicBezTo>
                <a:cubicBezTo>
                  <a:pt x="552384" y="764269"/>
                  <a:pt x="-12520" y="764312"/>
                  <a:pt x="320" y="764476"/>
                </a:cubicBezTo>
                <a:cubicBezTo>
                  <a:pt x="-12421" y="763741"/>
                  <a:pt x="360413" y="393787"/>
                  <a:pt x="362515" y="394316"/>
                </a:cubicBezTo>
                <a:cubicBezTo>
                  <a:pt x="370111" y="398237"/>
                  <a:pt x="363033" y="183786"/>
                  <a:pt x="363861" y="180825"/>
                </a:cubicBezTo>
                <a:cubicBezTo>
                  <a:pt x="365185" y="176089"/>
                  <a:pt x="541095" y="-2667"/>
                  <a:pt x="543986" y="194"/>
                </a:cubicBezTo>
                <a:cubicBezTo>
                  <a:pt x="545648" y="-1276"/>
                  <a:pt x="1514478" y="6058"/>
                  <a:pt x="1517514" y="8033"/>
                </a:cubicBezTo>
                <a:close/>
              </a:path>
            </a:pathLst>
          </a:custGeom>
          <a:solidFill>
            <a:srgbClr val="3366CC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26271034" name="Textplatzhalter 168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393282" y="2727633"/>
            <a:ext cx="1408510" cy="1259681"/>
          </a:xfrm>
          <a:custGeom>
            <a:avLst/>
            <a:gdLst>
              <a:gd name="connsiteX0" fmla="*/ 712788 w 1878013"/>
              <a:gd name="connsiteY0" fmla="*/ 0 h 1679575"/>
              <a:gd name="connsiteX1" fmla="*/ 1077913 w 1878013"/>
              <a:gd name="connsiteY1" fmla="*/ 0 h 1679575"/>
              <a:gd name="connsiteX2" fmla="*/ 1162050 w 1878013"/>
              <a:gd name="connsiteY2" fmla="*/ 122237 h 1679575"/>
              <a:gd name="connsiteX3" fmla="*/ 1162050 w 1878013"/>
              <a:gd name="connsiteY3" fmla="*/ 417512 h 1679575"/>
              <a:gd name="connsiteX4" fmla="*/ 1277938 w 1878013"/>
              <a:gd name="connsiteY4" fmla="*/ 417512 h 1679575"/>
              <a:gd name="connsiteX5" fmla="*/ 1412876 w 1878013"/>
              <a:gd name="connsiteY5" fmla="*/ 284162 h 1679575"/>
              <a:gd name="connsiteX6" fmla="*/ 1314451 w 1878013"/>
              <a:gd name="connsiteY6" fmla="*/ 187325 h 1679575"/>
              <a:gd name="connsiteX7" fmla="*/ 1433513 w 1878013"/>
              <a:gd name="connsiteY7" fmla="*/ 187325 h 1679575"/>
              <a:gd name="connsiteX8" fmla="*/ 1433513 w 1878013"/>
              <a:gd name="connsiteY8" fmla="*/ 541337 h 1679575"/>
              <a:gd name="connsiteX9" fmla="*/ 1290638 w 1878013"/>
              <a:gd name="connsiteY9" fmla="*/ 541337 h 1679575"/>
              <a:gd name="connsiteX10" fmla="*/ 1290638 w 1878013"/>
              <a:gd name="connsiteY10" fmla="*/ 717550 h 1679575"/>
              <a:gd name="connsiteX11" fmla="*/ 1577976 w 1878013"/>
              <a:gd name="connsiteY11" fmla="*/ 1004887 h 1679575"/>
              <a:gd name="connsiteX12" fmla="*/ 1706563 w 1878013"/>
              <a:gd name="connsiteY12" fmla="*/ 877887 h 1679575"/>
              <a:gd name="connsiteX13" fmla="*/ 1878013 w 1878013"/>
              <a:gd name="connsiteY13" fmla="*/ 877887 h 1679575"/>
              <a:gd name="connsiteX14" fmla="*/ 1878013 w 1878013"/>
              <a:gd name="connsiteY14" fmla="*/ 1393825 h 1679575"/>
              <a:gd name="connsiteX15" fmla="*/ 1590676 w 1878013"/>
              <a:gd name="connsiteY15" fmla="*/ 1679575 h 1679575"/>
              <a:gd name="connsiteX16" fmla="*/ 1590676 w 1878013"/>
              <a:gd name="connsiteY16" fmla="*/ 1417638 h 1679575"/>
              <a:gd name="connsiteX17" fmla="*/ 1382713 w 1878013"/>
              <a:gd name="connsiteY17" fmla="*/ 1209675 h 1679575"/>
              <a:gd name="connsiteX18" fmla="*/ 1290638 w 1878013"/>
              <a:gd name="connsiteY18" fmla="*/ 1301750 h 1679575"/>
              <a:gd name="connsiteX19" fmla="*/ 785813 w 1878013"/>
              <a:gd name="connsiteY19" fmla="*/ 1301750 h 1679575"/>
              <a:gd name="connsiteX20" fmla="*/ 685800 w 1878013"/>
              <a:gd name="connsiteY20" fmla="*/ 1401763 h 1679575"/>
              <a:gd name="connsiteX21" fmla="*/ 481012 w 1878013"/>
              <a:gd name="connsiteY21" fmla="*/ 1401763 h 1679575"/>
              <a:gd name="connsiteX22" fmla="*/ 258762 w 1878013"/>
              <a:gd name="connsiteY22" fmla="*/ 1624013 h 1679575"/>
              <a:gd name="connsiteX23" fmla="*/ 117475 w 1878013"/>
              <a:gd name="connsiteY23" fmla="*/ 1481138 h 1679575"/>
              <a:gd name="connsiteX24" fmla="*/ 188912 w 1878013"/>
              <a:gd name="connsiteY24" fmla="*/ 1409700 h 1679575"/>
              <a:gd name="connsiteX25" fmla="*/ 0 w 1878013"/>
              <a:gd name="connsiteY25" fmla="*/ 1220788 h 1679575"/>
              <a:gd name="connsiteX26" fmla="*/ 196850 w 1878013"/>
              <a:gd name="connsiteY26" fmla="*/ 1025525 h 1679575"/>
              <a:gd name="connsiteX27" fmla="*/ 57150 w 1878013"/>
              <a:gd name="connsiteY27" fmla="*/ 885825 h 1679575"/>
              <a:gd name="connsiteX28" fmla="*/ 573087 w 1878013"/>
              <a:gd name="connsiteY28" fmla="*/ 368300 h 1679575"/>
              <a:gd name="connsiteX29" fmla="*/ 573087 w 1878013"/>
              <a:gd name="connsiteY29" fmla="*/ 139700 h 167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78013" h="1679575" fill="norm" stroke="1" extrusionOk="0">
                <a:moveTo>
                  <a:pt x="712788" y="0"/>
                </a:moveTo>
                <a:lnTo>
                  <a:pt x="1077913" y="0"/>
                </a:lnTo>
                <a:lnTo>
                  <a:pt x="1162050" y="122237"/>
                </a:lnTo>
                <a:lnTo>
                  <a:pt x="1162050" y="417512"/>
                </a:lnTo>
                <a:lnTo>
                  <a:pt x="1277938" y="417512"/>
                </a:lnTo>
                <a:lnTo>
                  <a:pt x="1412876" y="284162"/>
                </a:lnTo>
                <a:lnTo>
                  <a:pt x="1314451" y="187325"/>
                </a:lnTo>
                <a:lnTo>
                  <a:pt x="1433513" y="187325"/>
                </a:lnTo>
                <a:lnTo>
                  <a:pt x="1433513" y="541337"/>
                </a:lnTo>
                <a:lnTo>
                  <a:pt x="1290638" y="541337"/>
                </a:lnTo>
                <a:lnTo>
                  <a:pt x="1290638" y="717550"/>
                </a:lnTo>
                <a:lnTo>
                  <a:pt x="1577976" y="1004887"/>
                </a:lnTo>
                <a:lnTo>
                  <a:pt x="1706563" y="877887"/>
                </a:lnTo>
                <a:lnTo>
                  <a:pt x="1878013" y="877887"/>
                </a:lnTo>
                <a:lnTo>
                  <a:pt x="1878013" y="1393825"/>
                </a:lnTo>
                <a:lnTo>
                  <a:pt x="1590676" y="1679575"/>
                </a:lnTo>
                <a:lnTo>
                  <a:pt x="1590676" y="1417638"/>
                </a:lnTo>
                <a:lnTo>
                  <a:pt x="1382713" y="1209675"/>
                </a:lnTo>
                <a:lnTo>
                  <a:pt x="1290638" y="1301750"/>
                </a:lnTo>
                <a:lnTo>
                  <a:pt x="785813" y="1301750"/>
                </a:lnTo>
                <a:lnTo>
                  <a:pt x="685800" y="1401763"/>
                </a:lnTo>
                <a:lnTo>
                  <a:pt x="481012" y="1401763"/>
                </a:lnTo>
                <a:lnTo>
                  <a:pt x="258762" y="1624013"/>
                </a:lnTo>
                <a:lnTo>
                  <a:pt x="117475" y="1481138"/>
                </a:lnTo>
                <a:lnTo>
                  <a:pt x="188912" y="1409700"/>
                </a:lnTo>
                <a:lnTo>
                  <a:pt x="0" y="1220788"/>
                </a:lnTo>
                <a:lnTo>
                  <a:pt x="196850" y="1025525"/>
                </a:lnTo>
                <a:lnTo>
                  <a:pt x="57150" y="885825"/>
                </a:lnTo>
                <a:lnTo>
                  <a:pt x="573087" y="368300"/>
                </a:lnTo>
                <a:lnTo>
                  <a:pt x="573087" y="139700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959277463" name="Textplatzhalter 16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361260" y="3265795"/>
            <a:ext cx="2009775" cy="1395413"/>
          </a:xfrm>
          <a:custGeom>
            <a:avLst/>
            <a:gdLst>
              <a:gd name="connsiteX0" fmla="*/ 2578100 w 2679700"/>
              <a:gd name="connsiteY0" fmla="*/ 0 h 1860550"/>
              <a:gd name="connsiteX1" fmla="*/ 2679700 w 2679700"/>
              <a:gd name="connsiteY1" fmla="*/ 93662 h 1860550"/>
              <a:gd name="connsiteX2" fmla="*/ 2622550 w 2679700"/>
              <a:gd name="connsiteY2" fmla="*/ 192087 h 1860550"/>
              <a:gd name="connsiteX3" fmla="*/ 2368550 w 2679700"/>
              <a:gd name="connsiteY3" fmla="*/ 446087 h 1860550"/>
              <a:gd name="connsiteX4" fmla="*/ 2422525 w 2679700"/>
              <a:gd name="connsiteY4" fmla="*/ 500062 h 1860550"/>
              <a:gd name="connsiteX5" fmla="*/ 2254250 w 2679700"/>
              <a:gd name="connsiteY5" fmla="*/ 668337 h 1860550"/>
              <a:gd name="connsiteX6" fmla="*/ 2033588 w 2679700"/>
              <a:gd name="connsiteY6" fmla="*/ 668337 h 1860550"/>
              <a:gd name="connsiteX7" fmla="*/ 2033588 w 2679700"/>
              <a:gd name="connsiteY7" fmla="*/ 855662 h 1860550"/>
              <a:gd name="connsiteX8" fmla="*/ 2189163 w 2679700"/>
              <a:gd name="connsiteY8" fmla="*/ 1012825 h 1860550"/>
              <a:gd name="connsiteX9" fmla="*/ 1957388 w 2679700"/>
              <a:gd name="connsiteY9" fmla="*/ 1244600 h 1860550"/>
              <a:gd name="connsiteX10" fmla="*/ 1957388 w 2679700"/>
              <a:gd name="connsiteY10" fmla="*/ 1457325 h 1860550"/>
              <a:gd name="connsiteX11" fmla="*/ 1809750 w 2679700"/>
              <a:gd name="connsiteY11" fmla="*/ 1457325 h 1860550"/>
              <a:gd name="connsiteX12" fmla="*/ 1697038 w 2679700"/>
              <a:gd name="connsiteY12" fmla="*/ 1568450 h 1860550"/>
              <a:gd name="connsiteX13" fmla="*/ 1104900 w 2679700"/>
              <a:gd name="connsiteY13" fmla="*/ 1568450 h 1860550"/>
              <a:gd name="connsiteX14" fmla="*/ 920750 w 2679700"/>
              <a:gd name="connsiteY14" fmla="*/ 1752600 h 1860550"/>
              <a:gd name="connsiteX15" fmla="*/ 847725 w 2679700"/>
              <a:gd name="connsiteY15" fmla="*/ 1681163 h 1860550"/>
              <a:gd name="connsiteX16" fmla="*/ 668338 w 2679700"/>
              <a:gd name="connsiteY16" fmla="*/ 1860550 h 1860550"/>
              <a:gd name="connsiteX17" fmla="*/ 469900 w 2679700"/>
              <a:gd name="connsiteY17" fmla="*/ 1860550 h 1860550"/>
              <a:gd name="connsiteX18" fmla="*/ 122237 w 2679700"/>
              <a:gd name="connsiteY18" fmla="*/ 1511300 h 1860550"/>
              <a:gd name="connsiteX19" fmla="*/ 122237 w 2679700"/>
              <a:gd name="connsiteY19" fmla="*/ 1206500 h 1860550"/>
              <a:gd name="connsiteX20" fmla="*/ 0 w 2679700"/>
              <a:gd name="connsiteY20" fmla="*/ 1206500 h 1860550"/>
              <a:gd name="connsiteX21" fmla="*/ 0 w 2679700"/>
              <a:gd name="connsiteY21" fmla="*/ 584200 h 1860550"/>
              <a:gd name="connsiteX22" fmla="*/ 92075 w 2679700"/>
              <a:gd name="connsiteY22" fmla="*/ 492125 h 1860550"/>
              <a:gd name="connsiteX23" fmla="*/ 300037 w 2679700"/>
              <a:gd name="connsiteY23" fmla="*/ 700087 h 1860550"/>
              <a:gd name="connsiteX24" fmla="*/ 300037 w 2679700"/>
              <a:gd name="connsiteY24" fmla="*/ 962025 h 1860550"/>
              <a:gd name="connsiteX25" fmla="*/ 587375 w 2679700"/>
              <a:gd name="connsiteY25" fmla="*/ 676275 h 1860550"/>
              <a:gd name="connsiteX26" fmla="*/ 812800 w 2679700"/>
              <a:gd name="connsiteY26" fmla="*/ 452437 h 1860550"/>
              <a:gd name="connsiteX27" fmla="*/ 1438275 w 2679700"/>
              <a:gd name="connsiteY27" fmla="*/ 452437 h 1860550"/>
              <a:gd name="connsiteX28" fmla="*/ 1438275 w 2679700"/>
              <a:gd name="connsiteY28" fmla="*/ 341312 h 1860550"/>
              <a:gd name="connsiteX29" fmla="*/ 1781175 w 2679700"/>
              <a:gd name="connsiteY29" fmla="*/ 341312 h 1860550"/>
              <a:gd name="connsiteX30" fmla="*/ 1912938 w 2679700"/>
              <a:gd name="connsiteY30" fmla="*/ 207962 h 1860550"/>
              <a:gd name="connsiteX31" fmla="*/ 1809750 w 2679700"/>
              <a:gd name="connsiteY31" fmla="*/ 103187 h 1860550"/>
              <a:gd name="connsiteX32" fmla="*/ 2109788 w 2679700"/>
              <a:gd name="connsiteY32" fmla="*/ 103187 h 1860550"/>
              <a:gd name="connsiteX33" fmla="*/ 2292350 w 2679700"/>
              <a:gd name="connsiteY33" fmla="*/ 2857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679700" h="1860550" fill="norm" stroke="1" extrusionOk="0">
                <a:moveTo>
                  <a:pt x="2578100" y="0"/>
                </a:moveTo>
                <a:lnTo>
                  <a:pt x="2679700" y="93662"/>
                </a:lnTo>
                <a:lnTo>
                  <a:pt x="2622550" y="192087"/>
                </a:lnTo>
                <a:lnTo>
                  <a:pt x="2368550" y="446087"/>
                </a:lnTo>
                <a:lnTo>
                  <a:pt x="2422525" y="500062"/>
                </a:lnTo>
                <a:lnTo>
                  <a:pt x="2254250" y="668337"/>
                </a:lnTo>
                <a:lnTo>
                  <a:pt x="2033588" y="668337"/>
                </a:lnTo>
                <a:lnTo>
                  <a:pt x="2033588" y="855662"/>
                </a:lnTo>
                <a:lnTo>
                  <a:pt x="2189163" y="1012825"/>
                </a:lnTo>
                <a:lnTo>
                  <a:pt x="1957388" y="1244600"/>
                </a:lnTo>
                <a:lnTo>
                  <a:pt x="1957388" y="1457325"/>
                </a:lnTo>
                <a:lnTo>
                  <a:pt x="1809750" y="1457325"/>
                </a:lnTo>
                <a:lnTo>
                  <a:pt x="1697038" y="1568450"/>
                </a:lnTo>
                <a:lnTo>
                  <a:pt x="1104900" y="1568450"/>
                </a:lnTo>
                <a:lnTo>
                  <a:pt x="920750" y="1752600"/>
                </a:lnTo>
                <a:lnTo>
                  <a:pt x="847725" y="1681163"/>
                </a:lnTo>
                <a:lnTo>
                  <a:pt x="668338" y="1860550"/>
                </a:lnTo>
                <a:lnTo>
                  <a:pt x="469900" y="1860550"/>
                </a:lnTo>
                <a:lnTo>
                  <a:pt x="122237" y="1511300"/>
                </a:lnTo>
                <a:lnTo>
                  <a:pt x="122237" y="1206500"/>
                </a:lnTo>
                <a:lnTo>
                  <a:pt x="0" y="1206500"/>
                </a:lnTo>
                <a:lnTo>
                  <a:pt x="0" y="584200"/>
                </a:lnTo>
                <a:lnTo>
                  <a:pt x="92075" y="492125"/>
                </a:lnTo>
                <a:lnTo>
                  <a:pt x="300037" y="700087"/>
                </a:lnTo>
                <a:lnTo>
                  <a:pt x="300037" y="962025"/>
                </a:lnTo>
                <a:lnTo>
                  <a:pt x="587375" y="676275"/>
                </a:lnTo>
                <a:lnTo>
                  <a:pt x="812800" y="452437"/>
                </a:lnTo>
                <a:lnTo>
                  <a:pt x="1438275" y="452437"/>
                </a:lnTo>
                <a:lnTo>
                  <a:pt x="1438275" y="341312"/>
                </a:lnTo>
                <a:lnTo>
                  <a:pt x="1781175" y="341312"/>
                </a:lnTo>
                <a:lnTo>
                  <a:pt x="1912938" y="207962"/>
                </a:lnTo>
                <a:lnTo>
                  <a:pt x="1809750" y="103187"/>
                </a:lnTo>
                <a:lnTo>
                  <a:pt x="2109788" y="103187"/>
                </a:lnTo>
                <a:lnTo>
                  <a:pt x="2292350" y="285750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5259973" name="Textplatzhalter 17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927872" y="2119223"/>
            <a:ext cx="729854" cy="748903"/>
          </a:xfrm>
          <a:custGeom>
            <a:avLst/>
            <a:gdLst>
              <a:gd name="connsiteX0" fmla="*/ 811213 w 973138"/>
              <a:gd name="connsiteY0" fmla="*/ 0 h 998537"/>
              <a:gd name="connsiteX1" fmla="*/ 811213 w 973138"/>
              <a:gd name="connsiteY1" fmla="*/ 233362 h 998537"/>
              <a:gd name="connsiteX2" fmla="*/ 973138 w 973138"/>
              <a:gd name="connsiteY2" fmla="*/ 233362 h 998537"/>
              <a:gd name="connsiteX3" fmla="*/ 973138 w 973138"/>
              <a:gd name="connsiteY3" fmla="*/ 842962 h 998537"/>
              <a:gd name="connsiteX4" fmla="*/ 869951 w 973138"/>
              <a:gd name="connsiteY4" fmla="*/ 842962 h 998537"/>
              <a:gd name="connsiteX5" fmla="*/ 720726 w 973138"/>
              <a:gd name="connsiteY5" fmla="*/ 661987 h 998537"/>
              <a:gd name="connsiteX6" fmla="*/ 720726 w 973138"/>
              <a:gd name="connsiteY6" fmla="*/ 998537 h 998537"/>
              <a:gd name="connsiteX7" fmla="*/ 601663 w 973138"/>
              <a:gd name="connsiteY7" fmla="*/ 998537 h 998537"/>
              <a:gd name="connsiteX8" fmla="*/ 365125 w 973138"/>
              <a:gd name="connsiteY8" fmla="*/ 811212 h 998537"/>
              <a:gd name="connsiteX9" fmla="*/ 0 w 973138"/>
              <a:gd name="connsiteY9" fmla="*/ 811212 h 99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3138" h="998537" fill="norm" stroke="1" extrusionOk="0">
                <a:moveTo>
                  <a:pt x="811213" y="0"/>
                </a:moveTo>
                <a:lnTo>
                  <a:pt x="811213" y="233362"/>
                </a:lnTo>
                <a:lnTo>
                  <a:pt x="973138" y="233362"/>
                </a:lnTo>
                <a:lnTo>
                  <a:pt x="973138" y="842962"/>
                </a:lnTo>
                <a:lnTo>
                  <a:pt x="869951" y="842962"/>
                </a:lnTo>
                <a:lnTo>
                  <a:pt x="720726" y="661987"/>
                </a:lnTo>
                <a:lnTo>
                  <a:pt x="720726" y="998537"/>
                </a:lnTo>
                <a:lnTo>
                  <a:pt x="601663" y="998537"/>
                </a:lnTo>
                <a:lnTo>
                  <a:pt x="365125" y="811212"/>
                </a:lnTo>
                <a:lnTo>
                  <a:pt x="0" y="81121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510637269" name="Textplatzhalter 17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288632" y="1673929"/>
            <a:ext cx="844154" cy="445294"/>
          </a:xfrm>
          <a:custGeom>
            <a:avLst/>
            <a:gdLst>
              <a:gd name="connsiteX0" fmla="*/ 344487 w 1125538"/>
              <a:gd name="connsiteY0" fmla="*/ 0 h 593725"/>
              <a:gd name="connsiteX1" fmla="*/ 520700 w 1125538"/>
              <a:gd name="connsiteY1" fmla="*/ 0 h 593725"/>
              <a:gd name="connsiteX2" fmla="*/ 700088 w 1125538"/>
              <a:gd name="connsiteY2" fmla="*/ 179387 h 593725"/>
              <a:gd name="connsiteX3" fmla="*/ 835026 w 1125538"/>
              <a:gd name="connsiteY3" fmla="*/ 47625 h 593725"/>
              <a:gd name="connsiteX4" fmla="*/ 1125538 w 1125538"/>
              <a:gd name="connsiteY4" fmla="*/ 338138 h 593725"/>
              <a:gd name="connsiteX5" fmla="*/ 1125538 w 1125538"/>
              <a:gd name="connsiteY5" fmla="*/ 492125 h 593725"/>
              <a:gd name="connsiteX6" fmla="*/ 830263 w 1125538"/>
              <a:gd name="connsiteY6" fmla="*/ 492125 h 593725"/>
              <a:gd name="connsiteX7" fmla="*/ 720725 w 1125538"/>
              <a:gd name="connsiteY7" fmla="*/ 593725 h 593725"/>
              <a:gd name="connsiteX8" fmla="*/ 330200 w 1125538"/>
              <a:gd name="connsiteY8" fmla="*/ 593725 h 593725"/>
              <a:gd name="connsiteX9" fmla="*/ 330200 w 1125538"/>
              <a:gd name="connsiteY9" fmla="*/ 344488 h 593725"/>
              <a:gd name="connsiteX10" fmla="*/ 0 w 1125538"/>
              <a:gd name="connsiteY10" fmla="*/ 344488 h 59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25538" h="593725" fill="norm" stroke="1" extrusionOk="0">
                <a:moveTo>
                  <a:pt x="344487" y="0"/>
                </a:moveTo>
                <a:lnTo>
                  <a:pt x="520700" y="0"/>
                </a:lnTo>
                <a:lnTo>
                  <a:pt x="700088" y="179387"/>
                </a:lnTo>
                <a:lnTo>
                  <a:pt x="835026" y="47625"/>
                </a:lnTo>
                <a:lnTo>
                  <a:pt x="1125538" y="338138"/>
                </a:lnTo>
                <a:lnTo>
                  <a:pt x="1125538" y="492125"/>
                </a:lnTo>
                <a:lnTo>
                  <a:pt x="830263" y="492125"/>
                </a:lnTo>
                <a:lnTo>
                  <a:pt x="720725" y="593725"/>
                </a:lnTo>
                <a:lnTo>
                  <a:pt x="330200" y="593725"/>
                </a:lnTo>
                <a:lnTo>
                  <a:pt x="330200" y="344488"/>
                </a:lnTo>
                <a:lnTo>
                  <a:pt x="0" y="344488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454549130" name="Textplatzhalter 17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361260" y="2525226"/>
            <a:ext cx="633413" cy="956072"/>
          </a:xfrm>
          <a:custGeom>
            <a:avLst/>
            <a:gdLst>
              <a:gd name="connsiteX0" fmla="*/ 395287 w 844550"/>
              <a:gd name="connsiteY0" fmla="*/ 0 h 1274762"/>
              <a:gd name="connsiteX1" fmla="*/ 708025 w 844550"/>
              <a:gd name="connsiteY1" fmla="*/ 69850 h 1274762"/>
              <a:gd name="connsiteX2" fmla="*/ 587375 w 844550"/>
              <a:gd name="connsiteY2" fmla="*/ 166687 h 1274762"/>
              <a:gd name="connsiteX3" fmla="*/ 587375 w 844550"/>
              <a:gd name="connsiteY3" fmla="*/ 269875 h 1274762"/>
              <a:gd name="connsiteX4" fmla="*/ 804863 w 844550"/>
              <a:gd name="connsiteY4" fmla="*/ 269875 h 1274762"/>
              <a:gd name="connsiteX5" fmla="*/ 804863 w 844550"/>
              <a:gd name="connsiteY5" fmla="*/ 506412 h 1274762"/>
              <a:gd name="connsiteX6" fmla="*/ 698500 w 844550"/>
              <a:gd name="connsiteY6" fmla="*/ 612775 h 1274762"/>
              <a:gd name="connsiteX7" fmla="*/ 844550 w 844550"/>
              <a:gd name="connsiteY7" fmla="*/ 758825 h 1274762"/>
              <a:gd name="connsiteX8" fmla="*/ 844550 w 844550"/>
              <a:gd name="connsiteY8" fmla="*/ 903287 h 1274762"/>
              <a:gd name="connsiteX9" fmla="*/ 715963 w 844550"/>
              <a:gd name="connsiteY9" fmla="*/ 903287 h 1274762"/>
              <a:gd name="connsiteX10" fmla="*/ 715963 w 844550"/>
              <a:gd name="connsiteY10" fmla="*/ 1049337 h 1274762"/>
              <a:gd name="connsiteX11" fmla="*/ 587375 w 844550"/>
              <a:gd name="connsiteY11" fmla="*/ 1176337 h 1274762"/>
              <a:gd name="connsiteX12" fmla="*/ 587375 w 844550"/>
              <a:gd name="connsiteY12" fmla="*/ 1147762 h 1274762"/>
              <a:gd name="connsiteX13" fmla="*/ 415925 w 844550"/>
              <a:gd name="connsiteY13" fmla="*/ 1147762 h 1274762"/>
              <a:gd name="connsiteX14" fmla="*/ 287337 w 844550"/>
              <a:gd name="connsiteY14" fmla="*/ 1274762 h 1274762"/>
              <a:gd name="connsiteX15" fmla="*/ 0 w 844550"/>
              <a:gd name="connsiteY15" fmla="*/ 987425 h 1274762"/>
              <a:gd name="connsiteX16" fmla="*/ 0 w 844550"/>
              <a:gd name="connsiteY16" fmla="*/ 811212 h 1274762"/>
              <a:gd name="connsiteX17" fmla="*/ 142875 w 844550"/>
              <a:gd name="connsiteY17" fmla="*/ 811212 h 1274762"/>
              <a:gd name="connsiteX18" fmla="*/ 142875 w 844550"/>
              <a:gd name="connsiteY18" fmla="*/ 457200 h 1274762"/>
              <a:gd name="connsiteX19" fmla="*/ 142875 w 844550"/>
              <a:gd name="connsiteY19" fmla="*/ 120650 h 1274762"/>
              <a:gd name="connsiteX20" fmla="*/ 292100 w 844550"/>
              <a:gd name="connsiteY20" fmla="*/ 301625 h 1274762"/>
              <a:gd name="connsiteX21" fmla="*/ 395287 w 844550"/>
              <a:gd name="connsiteY21" fmla="*/ 301625 h 1274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44550" h="1274762" fill="norm" stroke="1" extrusionOk="0">
                <a:moveTo>
                  <a:pt x="395287" y="0"/>
                </a:moveTo>
                <a:lnTo>
                  <a:pt x="708025" y="69850"/>
                </a:lnTo>
                <a:lnTo>
                  <a:pt x="587375" y="166687"/>
                </a:lnTo>
                <a:lnTo>
                  <a:pt x="587375" y="269875"/>
                </a:lnTo>
                <a:lnTo>
                  <a:pt x="804863" y="269875"/>
                </a:lnTo>
                <a:lnTo>
                  <a:pt x="804863" y="506412"/>
                </a:lnTo>
                <a:lnTo>
                  <a:pt x="698500" y="612775"/>
                </a:lnTo>
                <a:lnTo>
                  <a:pt x="844550" y="758825"/>
                </a:lnTo>
                <a:lnTo>
                  <a:pt x="844550" y="903287"/>
                </a:lnTo>
                <a:lnTo>
                  <a:pt x="715963" y="903287"/>
                </a:lnTo>
                <a:lnTo>
                  <a:pt x="715963" y="1049337"/>
                </a:lnTo>
                <a:lnTo>
                  <a:pt x="587375" y="1176337"/>
                </a:lnTo>
                <a:lnTo>
                  <a:pt x="587375" y="1147762"/>
                </a:lnTo>
                <a:lnTo>
                  <a:pt x="415925" y="1147762"/>
                </a:lnTo>
                <a:lnTo>
                  <a:pt x="287337" y="1274762"/>
                </a:lnTo>
                <a:lnTo>
                  <a:pt x="0" y="987425"/>
                </a:lnTo>
                <a:lnTo>
                  <a:pt x="0" y="811212"/>
                </a:lnTo>
                <a:lnTo>
                  <a:pt x="142875" y="811212"/>
                </a:lnTo>
                <a:lnTo>
                  <a:pt x="142875" y="457200"/>
                </a:lnTo>
                <a:lnTo>
                  <a:pt x="142875" y="120650"/>
                </a:lnTo>
                <a:lnTo>
                  <a:pt x="292100" y="301625"/>
                </a:lnTo>
                <a:lnTo>
                  <a:pt x="395287" y="301625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807180094" name="Textplatzhalter 177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536282" y="2043023"/>
            <a:ext cx="1758554" cy="1729978"/>
          </a:xfrm>
          <a:custGeom>
            <a:avLst/>
            <a:gdLst>
              <a:gd name="connsiteX0" fmla="*/ 500062 w 2344738"/>
              <a:gd name="connsiteY0" fmla="*/ 0 h 2306637"/>
              <a:gd name="connsiteX1" fmla="*/ 795337 w 2344738"/>
              <a:gd name="connsiteY1" fmla="*/ 0 h 2306637"/>
              <a:gd name="connsiteX2" fmla="*/ 571500 w 2344738"/>
              <a:gd name="connsiteY2" fmla="*/ 223837 h 2306637"/>
              <a:gd name="connsiteX3" fmla="*/ 674687 w 2344738"/>
              <a:gd name="connsiteY3" fmla="*/ 328612 h 2306637"/>
              <a:gd name="connsiteX4" fmla="*/ 750887 w 2344738"/>
              <a:gd name="connsiteY4" fmla="*/ 252412 h 2306637"/>
              <a:gd name="connsiteX5" fmla="*/ 839787 w 2344738"/>
              <a:gd name="connsiteY5" fmla="*/ 341312 h 2306637"/>
              <a:gd name="connsiteX6" fmla="*/ 679450 w 2344738"/>
              <a:gd name="connsiteY6" fmla="*/ 500062 h 2306637"/>
              <a:gd name="connsiteX7" fmla="*/ 771525 w 2344738"/>
              <a:gd name="connsiteY7" fmla="*/ 592137 h 2306637"/>
              <a:gd name="connsiteX8" fmla="*/ 911225 w 2344738"/>
              <a:gd name="connsiteY8" fmla="*/ 452437 h 2306637"/>
              <a:gd name="connsiteX9" fmla="*/ 911225 w 2344738"/>
              <a:gd name="connsiteY9" fmla="*/ 357187 h 2306637"/>
              <a:gd name="connsiteX10" fmla="*/ 1071563 w 2344738"/>
              <a:gd name="connsiteY10" fmla="*/ 357187 h 2306637"/>
              <a:gd name="connsiteX11" fmla="*/ 1174750 w 2344738"/>
              <a:gd name="connsiteY11" fmla="*/ 254000 h 2306637"/>
              <a:gd name="connsiteX12" fmla="*/ 971550 w 2344738"/>
              <a:gd name="connsiteY12" fmla="*/ 50800 h 2306637"/>
              <a:gd name="connsiteX13" fmla="*/ 1377950 w 2344738"/>
              <a:gd name="connsiteY13" fmla="*/ 50800 h 2306637"/>
              <a:gd name="connsiteX14" fmla="*/ 1516063 w 2344738"/>
              <a:gd name="connsiteY14" fmla="*/ 188912 h 2306637"/>
              <a:gd name="connsiteX15" fmla="*/ 1516063 w 2344738"/>
              <a:gd name="connsiteY15" fmla="*/ 1223962 h 2306637"/>
              <a:gd name="connsiteX16" fmla="*/ 1730376 w 2344738"/>
              <a:gd name="connsiteY16" fmla="*/ 1223962 h 2306637"/>
              <a:gd name="connsiteX17" fmla="*/ 1844676 w 2344738"/>
              <a:gd name="connsiteY17" fmla="*/ 1338262 h 2306637"/>
              <a:gd name="connsiteX18" fmla="*/ 2344738 w 2344738"/>
              <a:gd name="connsiteY18" fmla="*/ 1338262 h 2306637"/>
              <a:gd name="connsiteX19" fmla="*/ 2344738 w 2344738"/>
              <a:gd name="connsiteY19" fmla="*/ 1630362 h 2306637"/>
              <a:gd name="connsiteX20" fmla="*/ 2058988 w 2344738"/>
              <a:gd name="connsiteY20" fmla="*/ 1916112 h 2306637"/>
              <a:gd name="connsiteX21" fmla="*/ 1876426 w 2344738"/>
              <a:gd name="connsiteY21" fmla="*/ 1733550 h 2306637"/>
              <a:gd name="connsiteX22" fmla="*/ 1576388 w 2344738"/>
              <a:gd name="connsiteY22" fmla="*/ 1733550 h 2306637"/>
              <a:gd name="connsiteX23" fmla="*/ 1679576 w 2344738"/>
              <a:gd name="connsiteY23" fmla="*/ 1838325 h 2306637"/>
              <a:gd name="connsiteX24" fmla="*/ 1547813 w 2344738"/>
              <a:gd name="connsiteY24" fmla="*/ 1971675 h 2306637"/>
              <a:gd name="connsiteX25" fmla="*/ 1204913 w 2344738"/>
              <a:gd name="connsiteY25" fmla="*/ 1971675 h 2306637"/>
              <a:gd name="connsiteX26" fmla="*/ 1204913 w 2344738"/>
              <a:gd name="connsiteY26" fmla="*/ 2082800 h 2306637"/>
              <a:gd name="connsiteX27" fmla="*/ 579437 w 2344738"/>
              <a:gd name="connsiteY27" fmla="*/ 2082800 h 2306637"/>
              <a:gd name="connsiteX28" fmla="*/ 354012 w 2344738"/>
              <a:gd name="connsiteY28" fmla="*/ 2306637 h 2306637"/>
              <a:gd name="connsiteX29" fmla="*/ 354012 w 2344738"/>
              <a:gd name="connsiteY29" fmla="*/ 1819275 h 2306637"/>
              <a:gd name="connsiteX30" fmla="*/ 482600 w 2344738"/>
              <a:gd name="connsiteY30" fmla="*/ 1692275 h 2306637"/>
              <a:gd name="connsiteX31" fmla="*/ 482600 w 2344738"/>
              <a:gd name="connsiteY31" fmla="*/ 1546225 h 2306637"/>
              <a:gd name="connsiteX32" fmla="*/ 611187 w 2344738"/>
              <a:gd name="connsiteY32" fmla="*/ 1546225 h 2306637"/>
              <a:gd name="connsiteX33" fmla="*/ 611187 w 2344738"/>
              <a:gd name="connsiteY33" fmla="*/ 1401762 h 2306637"/>
              <a:gd name="connsiteX34" fmla="*/ 465137 w 2344738"/>
              <a:gd name="connsiteY34" fmla="*/ 1255712 h 2306637"/>
              <a:gd name="connsiteX35" fmla="*/ 571500 w 2344738"/>
              <a:gd name="connsiteY35" fmla="*/ 1149350 h 2306637"/>
              <a:gd name="connsiteX36" fmla="*/ 571500 w 2344738"/>
              <a:gd name="connsiteY36" fmla="*/ 912812 h 2306637"/>
              <a:gd name="connsiteX37" fmla="*/ 354012 w 2344738"/>
              <a:gd name="connsiteY37" fmla="*/ 912812 h 2306637"/>
              <a:gd name="connsiteX38" fmla="*/ 354012 w 2344738"/>
              <a:gd name="connsiteY38" fmla="*/ 809625 h 2306637"/>
              <a:gd name="connsiteX39" fmla="*/ 474662 w 2344738"/>
              <a:gd name="connsiteY39" fmla="*/ 712788 h 2306637"/>
              <a:gd name="connsiteX40" fmla="*/ 161925 w 2344738"/>
              <a:gd name="connsiteY40" fmla="*/ 642937 h 2306637"/>
              <a:gd name="connsiteX41" fmla="*/ 161925 w 2344738"/>
              <a:gd name="connsiteY41" fmla="*/ 334962 h 2306637"/>
              <a:gd name="connsiteX42" fmla="*/ 0 w 2344738"/>
              <a:gd name="connsiteY42" fmla="*/ 334962 h 2306637"/>
              <a:gd name="connsiteX43" fmla="*/ 0 w 2344738"/>
              <a:gd name="connsiteY43" fmla="*/ 101600 h 2306637"/>
              <a:gd name="connsiteX44" fmla="*/ 390525 w 2344738"/>
              <a:gd name="connsiteY44" fmla="*/ 101600 h 23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344738" h="2306637" fill="norm" stroke="1" extrusionOk="0">
                <a:moveTo>
                  <a:pt x="500062" y="0"/>
                </a:moveTo>
                <a:lnTo>
                  <a:pt x="795337" y="0"/>
                </a:lnTo>
                <a:lnTo>
                  <a:pt x="571500" y="223837"/>
                </a:lnTo>
                <a:lnTo>
                  <a:pt x="674687" y="328612"/>
                </a:lnTo>
                <a:lnTo>
                  <a:pt x="750887" y="252412"/>
                </a:lnTo>
                <a:lnTo>
                  <a:pt x="839787" y="341312"/>
                </a:lnTo>
                <a:lnTo>
                  <a:pt x="679450" y="500062"/>
                </a:lnTo>
                <a:lnTo>
                  <a:pt x="771525" y="592137"/>
                </a:lnTo>
                <a:lnTo>
                  <a:pt x="911225" y="452437"/>
                </a:lnTo>
                <a:lnTo>
                  <a:pt x="911225" y="357187"/>
                </a:lnTo>
                <a:lnTo>
                  <a:pt x="1071563" y="357187"/>
                </a:lnTo>
                <a:lnTo>
                  <a:pt x="1174750" y="254000"/>
                </a:lnTo>
                <a:lnTo>
                  <a:pt x="971550" y="50800"/>
                </a:lnTo>
                <a:lnTo>
                  <a:pt x="1377950" y="50800"/>
                </a:lnTo>
                <a:lnTo>
                  <a:pt x="1516063" y="188912"/>
                </a:lnTo>
                <a:lnTo>
                  <a:pt x="1516063" y="1223962"/>
                </a:lnTo>
                <a:lnTo>
                  <a:pt x="1730376" y="1223962"/>
                </a:lnTo>
                <a:lnTo>
                  <a:pt x="1844676" y="1338262"/>
                </a:lnTo>
                <a:lnTo>
                  <a:pt x="2344738" y="1338262"/>
                </a:lnTo>
                <a:lnTo>
                  <a:pt x="2344738" y="1630362"/>
                </a:lnTo>
                <a:lnTo>
                  <a:pt x="2058988" y="1916112"/>
                </a:lnTo>
                <a:lnTo>
                  <a:pt x="1876426" y="1733550"/>
                </a:lnTo>
                <a:lnTo>
                  <a:pt x="1576388" y="1733550"/>
                </a:lnTo>
                <a:lnTo>
                  <a:pt x="1679576" y="1838325"/>
                </a:lnTo>
                <a:lnTo>
                  <a:pt x="1547813" y="1971675"/>
                </a:lnTo>
                <a:lnTo>
                  <a:pt x="1204913" y="1971675"/>
                </a:lnTo>
                <a:lnTo>
                  <a:pt x="1204913" y="2082800"/>
                </a:lnTo>
                <a:lnTo>
                  <a:pt x="579437" y="2082800"/>
                </a:lnTo>
                <a:lnTo>
                  <a:pt x="354012" y="2306637"/>
                </a:lnTo>
                <a:lnTo>
                  <a:pt x="354012" y="1819275"/>
                </a:lnTo>
                <a:lnTo>
                  <a:pt x="482600" y="1692275"/>
                </a:lnTo>
                <a:lnTo>
                  <a:pt x="482600" y="1546225"/>
                </a:lnTo>
                <a:lnTo>
                  <a:pt x="611187" y="1546225"/>
                </a:lnTo>
                <a:lnTo>
                  <a:pt x="611187" y="1401762"/>
                </a:lnTo>
                <a:lnTo>
                  <a:pt x="465137" y="1255712"/>
                </a:lnTo>
                <a:lnTo>
                  <a:pt x="571500" y="1149350"/>
                </a:lnTo>
                <a:lnTo>
                  <a:pt x="571500" y="912812"/>
                </a:lnTo>
                <a:lnTo>
                  <a:pt x="354012" y="912812"/>
                </a:lnTo>
                <a:lnTo>
                  <a:pt x="354012" y="809625"/>
                </a:lnTo>
                <a:lnTo>
                  <a:pt x="474662" y="712788"/>
                </a:lnTo>
                <a:lnTo>
                  <a:pt x="161925" y="642937"/>
                </a:lnTo>
                <a:lnTo>
                  <a:pt x="161925" y="334962"/>
                </a:lnTo>
                <a:lnTo>
                  <a:pt x="0" y="334962"/>
                </a:lnTo>
                <a:lnTo>
                  <a:pt x="0" y="101600"/>
                </a:lnTo>
                <a:lnTo>
                  <a:pt x="390525" y="10160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42112060" name="Textplatzhalter 179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438776" y="1145292"/>
            <a:ext cx="747713" cy="1087040"/>
          </a:xfrm>
          <a:custGeom>
            <a:avLst/>
            <a:gdLst>
              <a:gd name="connsiteX0" fmla="*/ 996950 w 996950"/>
              <a:gd name="connsiteY0" fmla="*/ 0 h 1449387"/>
              <a:gd name="connsiteX1" fmla="*/ 996950 w 996950"/>
              <a:gd name="connsiteY1" fmla="*/ 1449387 h 1449387"/>
              <a:gd name="connsiteX2" fmla="*/ 728663 w 996950"/>
              <a:gd name="connsiteY2" fmla="*/ 1181100 h 1449387"/>
              <a:gd name="connsiteX3" fmla="*/ 525462 w 996950"/>
              <a:gd name="connsiteY3" fmla="*/ 1385887 h 1449387"/>
              <a:gd name="connsiteX4" fmla="*/ 312737 w 996950"/>
              <a:gd name="connsiteY4" fmla="*/ 1385887 h 1449387"/>
              <a:gd name="connsiteX5" fmla="*/ 174625 w 996950"/>
              <a:gd name="connsiteY5" fmla="*/ 1247775 h 1449387"/>
              <a:gd name="connsiteX6" fmla="*/ 433387 w 996950"/>
              <a:gd name="connsiteY6" fmla="*/ 989012 h 1449387"/>
              <a:gd name="connsiteX7" fmla="*/ 433387 w 996950"/>
              <a:gd name="connsiteY7" fmla="*/ 735012 h 1449387"/>
              <a:gd name="connsiteX8" fmla="*/ 47625 w 996950"/>
              <a:gd name="connsiteY8" fmla="*/ 1117600 h 1449387"/>
              <a:gd name="connsiteX9" fmla="*/ 306387 w 996950"/>
              <a:gd name="connsiteY9" fmla="*/ 860425 h 1449387"/>
              <a:gd name="connsiteX10" fmla="*/ 0 w 996950"/>
              <a:gd name="connsiteY10" fmla="*/ 554037 h 1449387"/>
              <a:gd name="connsiteX11" fmla="*/ 0 w 996950"/>
              <a:gd name="connsiteY11" fmla="*/ 436562 h 1449387"/>
              <a:gd name="connsiteX12" fmla="*/ 492125 w 996950"/>
              <a:gd name="connsiteY12" fmla="*/ 436562 h 1449387"/>
              <a:gd name="connsiteX13" fmla="*/ 642938 w 996950"/>
              <a:gd name="connsiteY13" fmla="*/ 285750 h 1449387"/>
              <a:gd name="connsiteX14" fmla="*/ 773113 w 996950"/>
              <a:gd name="connsiteY14" fmla="*/ 415925 h 1449387"/>
              <a:gd name="connsiteX15" fmla="*/ 909638 w 996950"/>
              <a:gd name="connsiteY15" fmla="*/ 415925 h 1449387"/>
              <a:gd name="connsiteX16" fmla="*/ 909638 w 996950"/>
              <a:gd name="connsiteY16" fmla="*/ 88900 h 144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96950" h="1449387" fill="norm" stroke="1" extrusionOk="0">
                <a:moveTo>
                  <a:pt x="996950" y="0"/>
                </a:moveTo>
                <a:lnTo>
                  <a:pt x="996950" y="1449387"/>
                </a:lnTo>
                <a:lnTo>
                  <a:pt x="728663" y="1181100"/>
                </a:lnTo>
                <a:lnTo>
                  <a:pt x="525462" y="1385887"/>
                </a:lnTo>
                <a:lnTo>
                  <a:pt x="312737" y="1385887"/>
                </a:lnTo>
                <a:lnTo>
                  <a:pt x="174625" y="1247775"/>
                </a:lnTo>
                <a:lnTo>
                  <a:pt x="433387" y="989012"/>
                </a:lnTo>
                <a:lnTo>
                  <a:pt x="433387" y="735012"/>
                </a:lnTo>
                <a:lnTo>
                  <a:pt x="47625" y="1117600"/>
                </a:lnTo>
                <a:lnTo>
                  <a:pt x="306387" y="860425"/>
                </a:lnTo>
                <a:lnTo>
                  <a:pt x="0" y="554037"/>
                </a:lnTo>
                <a:lnTo>
                  <a:pt x="0" y="436562"/>
                </a:lnTo>
                <a:lnTo>
                  <a:pt x="492125" y="436562"/>
                </a:lnTo>
                <a:lnTo>
                  <a:pt x="642938" y="285750"/>
                </a:lnTo>
                <a:lnTo>
                  <a:pt x="773113" y="415925"/>
                </a:lnTo>
                <a:lnTo>
                  <a:pt x="909638" y="415925"/>
                </a:lnTo>
                <a:lnTo>
                  <a:pt x="909638" y="88900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33686651" name="Textplatzhalter 181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673329" y="2031117"/>
            <a:ext cx="723900" cy="929878"/>
          </a:xfrm>
          <a:custGeom>
            <a:avLst/>
            <a:gdLst>
              <a:gd name="connsiteX0" fmla="*/ 415925 w 965200"/>
              <a:gd name="connsiteY0" fmla="*/ 0 h 1239837"/>
              <a:gd name="connsiteX1" fmla="*/ 684213 w 965200"/>
              <a:gd name="connsiteY1" fmla="*/ 268288 h 1239837"/>
              <a:gd name="connsiteX2" fmla="*/ 684213 w 965200"/>
              <a:gd name="connsiteY2" fmla="*/ 452437 h 1239837"/>
              <a:gd name="connsiteX3" fmla="*/ 965200 w 965200"/>
              <a:gd name="connsiteY3" fmla="*/ 733425 h 1239837"/>
              <a:gd name="connsiteX4" fmla="*/ 471488 w 965200"/>
              <a:gd name="connsiteY4" fmla="*/ 733425 h 1239837"/>
              <a:gd name="connsiteX5" fmla="*/ 214312 w 965200"/>
              <a:gd name="connsiteY5" fmla="*/ 1004887 h 1239837"/>
              <a:gd name="connsiteX6" fmla="*/ 214312 w 965200"/>
              <a:gd name="connsiteY6" fmla="*/ 1239837 h 1239837"/>
              <a:gd name="connsiteX7" fmla="*/ 0 w 965200"/>
              <a:gd name="connsiteY7" fmla="*/ 1239837 h 1239837"/>
              <a:gd name="connsiteX8" fmla="*/ 0 w 965200"/>
              <a:gd name="connsiteY8" fmla="*/ 204787 h 1239837"/>
              <a:gd name="connsiteX9" fmla="*/ 212725 w 965200"/>
              <a:gd name="connsiteY9" fmla="*/ 204787 h 123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5200" h="1239837" fill="norm" stroke="1" extrusionOk="0">
                <a:moveTo>
                  <a:pt x="415925" y="0"/>
                </a:moveTo>
                <a:lnTo>
                  <a:pt x="684213" y="268288"/>
                </a:lnTo>
                <a:lnTo>
                  <a:pt x="684213" y="452437"/>
                </a:lnTo>
                <a:lnTo>
                  <a:pt x="965200" y="733425"/>
                </a:lnTo>
                <a:lnTo>
                  <a:pt x="471488" y="733425"/>
                </a:lnTo>
                <a:lnTo>
                  <a:pt x="214312" y="1004887"/>
                </a:lnTo>
                <a:lnTo>
                  <a:pt x="214312" y="1239837"/>
                </a:lnTo>
                <a:lnTo>
                  <a:pt x="0" y="1239837"/>
                </a:lnTo>
                <a:lnTo>
                  <a:pt x="0" y="204787"/>
                </a:lnTo>
                <a:lnTo>
                  <a:pt x="212725" y="204787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437658974" name="Textplatzhalter 186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014913" y="1327457"/>
            <a:ext cx="653654" cy="656034"/>
          </a:xfrm>
          <a:custGeom>
            <a:avLst/>
            <a:gdLst>
              <a:gd name="connsiteX0" fmla="*/ 381000 w 871538"/>
              <a:gd name="connsiteY0" fmla="*/ 0 h 874712"/>
              <a:gd name="connsiteX1" fmla="*/ 381000 w 871538"/>
              <a:gd name="connsiteY1" fmla="*/ 346075 h 874712"/>
              <a:gd name="connsiteX2" fmla="*/ 382588 w 871538"/>
              <a:gd name="connsiteY2" fmla="*/ 346075 h 874712"/>
              <a:gd name="connsiteX3" fmla="*/ 388938 w 871538"/>
              <a:gd name="connsiteY3" fmla="*/ 341312 h 874712"/>
              <a:gd name="connsiteX4" fmla="*/ 409575 w 871538"/>
              <a:gd name="connsiteY4" fmla="*/ 325437 h 874712"/>
              <a:gd name="connsiteX5" fmla="*/ 473076 w 871538"/>
              <a:gd name="connsiteY5" fmla="*/ 273050 h 874712"/>
              <a:gd name="connsiteX6" fmla="*/ 565151 w 871538"/>
              <a:gd name="connsiteY6" fmla="*/ 193675 h 874712"/>
              <a:gd name="connsiteX7" fmla="*/ 565151 w 871538"/>
              <a:gd name="connsiteY7" fmla="*/ 311150 h 874712"/>
              <a:gd name="connsiteX8" fmla="*/ 871538 w 871538"/>
              <a:gd name="connsiteY8" fmla="*/ 617537 h 874712"/>
              <a:gd name="connsiteX9" fmla="*/ 612776 w 871538"/>
              <a:gd name="connsiteY9" fmla="*/ 874712 h 874712"/>
              <a:gd name="connsiteX10" fmla="*/ 436563 w 871538"/>
              <a:gd name="connsiteY10" fmla="*/ 698500 h 874712"/>
              <a:gd name="connsiteX11" fmla="*/ 436563 w 871538"/>
              <a:gd name="connsiteY11" fmla="*/ 461962 h 874712"/>
              <a:gd name="connsiteX12" fmla="*/ 244475 w 871538"/>
              <a:gd name="connsiteY12" fmla="*/ 461962 h 874712"/>
              <a:gd name="connsiteX13" fmla="*/ 244475 w 871538"/>
              <a:gd name="connsiteY13" fmla="*/ 644525 h 874712"/>
              <a:gd name="connsiteX14" fmla="*/ 0 w 871538"/>
              <a:gd name="connsiteY14" fmla="*/ 644525 h 874712"/>
              <a:gd name="connsiteX15" fmla="*/ 206375 w 871538"/>
              <a:gd name="connsiteY15" fmla="*/ 436562 h 874712"/>
              <a:gd name="connsiteX16" fmla="*/ 74612 w 871538"/>
              <a:gd name="connsiteY16" fmla="*/ 303212 h 874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71538" h="874712" fill="norm" stroke="1" extrusionOk="0">
                <a:moveTo>
                  <a:pt x="381000" y="0"/>
                </a:moveTo>
                <a:lnTo>
                  <a:pt x="381000" y="346075"/>
                </a:lnTo>
                <a:lnTo>
                  <a:pt x="382588" y="346075"/>
                </a:lnTo>
                <a:lnTo>
                  <a:pt x="388938" y="341312"/>
                </a:lnTo>
                <a:lnTo>
                  <a:pt x="409575" y="325437"/>
                </a:lnTo>
                <a:lnTo>
                  <a:pt x="473076" y="273050"/>
                </a:lnTo>
                <a:lnTo>
                  <a:pt x="565151" y="193675"/>
                </a:lnTo>
                <a:lnTo>
                  <a:pt x="565151" y="311150"/>
                </a:lnTo>
                <a:lnTo>
                  <a:pt x="871538" y="617537"/>
                </a:lnTo>
                <a:lnTo>
                  <a:pt x="612776" y="874712"/>
                </a:lnTo>
                <a:lnTo>
                  <a:pt x="436563" y="698500"/>
                </a:lnTo>
                <a:lnTo>
                  <a:pt x="436563" y="461962"/>
                </a:lnTo>
                <a:lnTo>
                  <a:pt x="244475" y="461962"/>
                </a:lnTo>
                <a:lnTo>
                  <a:pt x="244475" y="644525"/>
                </a:lnTo>
                <a:lnTo>
                  <a:pt x="0" y="644525"/>
                </a:lnTo>
                <a:lnTo>
                  <a:pt x="206375" y="436562"/>
                </a:lnTo>
                <a:lnTo>
                  <a:pt x="74612" y="30321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65812464" name="Textplatzhalter 18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186489" y="1347698"/>
            <a:ext cx="636985" cy="857250"/>
          </a:xfrm>
          <a:custGeom>
            <a:avLst/>
            <a:gdLst>
              <a:gd name="connsiteX0" fmla="*/ 0 w 849313"/>
              <a:gd name="connsiteY0" fmla="*/ 0 h 1143000"/>
              <a:gd name="connsiteX1" fmla="*/ 295275 w 849313"/>
              <a:gd name="connsiteY1" fmla="*/ 0 h 1143000"/>
              <a:gd name="connsiteX2" fmla="*/ 849313 w 849313"/>
              <a:gd name="connsiteY2" fmla="*/ 555625 h 1143000"/>
              <a:gd name="connsiteX3" fmla="*/ 849313 w 849313"/>
              <a:gd name="connsiteY3" fmla="*/ 773113 h 1143000"/>
              <a:gd name="connsiteX4" fmla="*/ 476250 w 849313"/>
              <a:gd name="connsiteY4" fmla="*/ 1143000 h 1143000"/>
              <a:gd name="connsiteX5" fmla="*/ 358775 w 849313"/>
              <a:gd name="connsiteY5" fmla="*/ 1057275 h 1143000"/>
              <a:gd name="connsiteX6" fmla="*/ 106362 w 849313"/>
              <a:gd name="connsiteY6" fmla="*/ 1057275 h 1143000"/>
              <a:gd name="connsiteX7" fmla="*/ 0 w 849313"/>
              <a:gd name="connsiteY7" fmla="*/ 950913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9313" h="1143000" fill="norm" stroke="1" extrusionOk="0">
                <a:moveTo>
                  <a:pt x="0" y="0"/>
                </a:moveTo>
                <a:lnTo>
                  <a:pt x="295275" y="0"/>
                </a:lnTo>
                <a:lnTo>
                  <a:pt x="849313" y="555625"/>
                </a:lnTo>
                <a:lnTo>
                  <a:pt x="849313" y="773113"/>
                </a:lnTo>
                <a:lnTo>
                  <a:pt x="476250" y="1143000"/>
                </a:lnTo>
                <a:lnTo>
                  <a:pt x="358775" y="1057275"/>
                </a:lnTo>
                <a:lnTo>
                  <a:pt x="106362" y="1057275"/>
                </a:lnTo>
                <a:lnTo>
                  <a:pt x="0" y="950913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487357544" name="Textplatzhalter 190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4964907" y="1673929"/>
            <a:ext cx="798910" cy="813197"/>
          </a:xfrm>
          <a:custGeom>
            <a:avLst/>
            <a:gdLst>
              <a:gd name="connsiteX0" fmla="*/ 311150 w 1065213"/>
              <a:gd name="connsiteY0" fmla="*/ 0 h 1084262"/>
              <a:gd name="connsiteX1" fmla="*/ 503238 w 1065213"/>
              <a:gd name="connsiteY1" fmla="*/ 0 h 1084262"/>
              <a:gd name="connsiteX2" fmla="*/ 503238 w 1065213"/>
              <a:gd name="connsiteY2" fmla="*/ 236537 h 1084262"/>
              <a:gd name="connsiteX3" fmla="*/ 679451 w 1065213"/>
              <a:gd name="connsiteY3" fmla="*/ 412750 h 1084262"/>
              <a:gd name="connsiteX4" fmla="*/ 1065213 w 1065213"/>
              <a:gd name="connsiteY4" fmla="*/ 30162 h 1084262"/>
              <a:gd name="connsiteX5" fmla="*/ 1065213 w 1065213"/>
              <a:gd name="connsiteY5" fmla="*/ 284162 h 1084262"/>
              <a:gd name="connsiteX6" fmla="*/ 806451 w 1065213"/>
              <a:gd name="connsiteY6" fmla="*/ 542925 h 1084262"/>
              <a:gd name="connsiteX7" fmla="*/ 400050 w 1065213"/>
              <a:gd name="connsiteY7" fmla="*/ 542925 h 1084262"/>
              <a:gd name="connsiteX8" fmla="*/ 603251 w 1065213"/>
              <a:gd name="connsiteY8" fmla="*/ 746125 h 1084262"/>
              <a:gd name="connsiteX9" fmla="*/ 500063 w 1065213"/>
              <a:gd name="connsiteY9" fmla="*/ 849312 h 1084262"/>
              <a:gd name="connsiteX10" fmla="*/ 339725 w 1065213"/>
              <a:gd name="connsiteY10" fmla="*/ 849312 h 1084262"/>
              <a:gd name="connsiteX11" fmla="*/ 339725 w 1065213"/>
              <a:gd name="connsiteY11" fmla="*/ 944562 h 1084262"/>
              <a:gd name="connsiteX12" fmla="*/ 200025 w 1065213"/>
              <a:gd name="connsiteY12" fmla="*/ 1084262 h 1084262"/>
              <a:gd name="connsiteX13" fmla="*/ 107950 w 1065213"/>
              <a:gd name="connsiteY13" fmla="*/ 992187 h 1084262"/>
              <a:gd name="connsiteX14" fmla="*/ 268288 w 1065213"/>
              <a:gd name="connsiteY14" fmla="*/ 833437 h 1084262"/>
              <a:gd name="connsiteX15" fmla="*/ 179387 w 1065213"/>
              <a:gd name="connsiteY15" fmla="*/ 744537 h 1084262"/>
              <a:gd name="connsiteX16" fmla="*/ 103187 w 1065213"/>
              <a:gd name="connsiteY16" fmla="*/ 820737 h 1084262"/>
              <a:gd name="connsiteX17" fmla="*/ 0 w 1065213"/>
              <a:gd name="connsiteY17" fmla="*/ 715962 h 1084262"/>
              <a:gd name="connsiteX18" fmla="*/ 223837 w 1065213"/>
              <a:gd name="connsiteY18" fmla="*/ 492125 h 1084262"/>
              <a:gd name="connsiteX19" fmla="*/ 223837 w 1065213"/>
              <a:gd name="connsiteY19" fmla="*/ 338137 h 1084262"/>
              <a:gd name="connsiteX20" fmla="*/ 66675 w 1065213"/>
              <a:gd name="connsiteY20" fmla="*/ 182562 h 1084262"/>
              <a:gd name="connsiteX21" fmla="*/ 311150 w 1065213"/>
              <a:gd name="connsiteY21" fmla="*/ 182562 h 108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65213" h="1084262" fill="norm" stroke="1" extrusionOk="0">
                <a:moveTo>
                  <a:pt x="311150" y="0"/>
                </a:moveTo>
                <a:lnTo>
                  <a:pt x="503238" y="0"/>
                </a:lnTo>
                <a:lnTo>
                  <a:pt x="503238" y="236537"/>
                </a:lnTo>
                <a:lnTo>
                  <a:pt x="679451" y="412750"/>
                </a:lnTo>
                <a:lnTo>
                  <a:pt x="1065213" y="30162"/>
                </a:lnTo>
                <a:lnTo>
                  <a:pt x="1065213" y="284162"/>
                </a:lnTo>
                <a:lnTo>
                  <a:pt x="806451" y="542925"/>
                </a:lnTo>
                <a:lnTo>
                  <a:pt x="400050" y="542925"/>
                </a:lnTo>
                <a:lnTo>
                  <a:pt x="603251" y="746125"/>
                </a:lnTo>
                <a:lnTo>
                  <a:pt x="500063" y="849312"/>
                </a:lnTo>
                <a:lnTo>
                  <a:pt x="339725" y="849312"/>
                </a:lnTo>
                <a:lnTo>
                  <a:pt x="339725" y="944562"/>
                </a:lnTo>
                <a:lnTo>
                  <a:pt x="200025" y="1084262"/>
                </a:lnTo>
                <a:lnTo>
                  <a:pt x="107950" y="992187"/>
                </a:lnTo>
                <a:lnTo>
                  <a:pt x="268288" y="833437"/>
                </a:lnTo>
                <a:lnTo>
                  <a:pt x="179387" y="744537"/>
                </a:lnTo>
                <a:lnTo>
                  <a:pt x="103187" y="820737"/>
                </a:lnTo>
                <a:lnTo>
                  <a:pt x="0" y="715962"/>
                </a:lnTo>
                <a:lnTo>
                  <a:pt x="223837" y="492125"/>
                </a:lnTo>
                <a:lnTo>
                  <a:pt x="223837" y="338137"/>
                </a:lnTo>
                <a:lnTo>
                  <a:pt x="66675" y="182562"/>
                </a:lnTo>
                <a:lnTo>
                  <a:pt x="311150" y="18256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562614867" name="Textplatzhalter 192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407945" y="1259591"/>
            <a:ext cx="1102519" cy="504825"/>
          </a:xfrm>
          <a:custGeom>
            <a:avLst/>
            <a:gdLst>
              <a:gd name="connsiteX0" fmla="*/ 633412 w 1470025"/>
              <a:gd name="connsiteY0" fmla="*/ 0 h 673100"/>
              <a:gd name="connsiteX1" fmla="*/ 706438 w 1470025"/>
              <a:gd name="connsiteY1" fmla="*/ 71437 h 673100"/>
              <a:gd name="connsiteX2" fmla="*/ 1042988 w 1470025"/>
              <a:gd name="connsiteY2" fmla="*/ 71437 h 673100"/>
              <a:gd name="connsiteX3" fmla="*/ 1470025 w 1470025"/>
              <a:gd name="connsiteY3" fmla="*/ 500063 h 673100"/>
              <a:gd name="connsiteX4" fmla="*/ 725488 w 1470025"/>
              <a:gd name="connsiteY4" fmla="*/ 500063 h 673100"/>
              <a:gd name="connsiteX5" fmla="*/ 554038 w 1470025"/>
              <a:gd name="connsiteY5" fmla="*/ 673100 h 673100"/>
              <a:gd name="connsiteX6" fmla="*/ 0 w 1470025"/>
              <a:gd name="connsiteY6" fmla="*/ 117475 h 673100"/>
              <a:gd name="connsiteX7" fmla="*/ 192088 w 1470025"/>
              <a:gd name="connsiteY7" fmla="*/ 117475 h 673100"/>
              <a:gd name="connsiteX8" fmla="*/ 285750 w 1470025"/>
              <a:gd name="connsiteY8" fmla="*/ 244475 h 673100"/>
              <a:gd name="connsiteX9" fmla="*/ 385762 w 1470025"/>
              <a:gd name="connsiteY9" fmla="*/ 103187 h 673100"/>
              <a:gd name="connsiteX10" fmla="*/ 530225 w 1470025"/>
              <a:gd name="connsiteY10" fmla="*/ 103187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70025" h="673100" fill="norm" stroke="1" extrusionOk="0">
                <a:moveTo>
                  <a:pt x="633412" y="0"/>
                </a:moveTo>
                <a:lnTo>
                  <a:pt x="706438" y="71437"/>
                </a:lnTo>
                <a:lnTo>
                  <a:pt x="1042988" y="71437"/>
                </a:lnTo>
                <a:lnTo>
                  <a:pt x="1470025" y="500063"/>
                </a:lnTo>
                <a:lnTo>
                  <a:pt x="725488" y="500063"/>
                </a:lnTo>
                <a:lnTo>
                  <a:pt x="554038" y="673100"/>
                </a:lnTo>
                <a:lnTo>
                  <a:pt x="0" y="117475"/>
                </a:lnTo>
                <a:lnTo>
                  <a:pt x="192088" y="117475"/>
                </a:lnTo>
                <a:lnTo>
                  <a:pt x="285750" y="244475"/>
                </a:lnTo>
                <a:lnTo>
                  <a:pt x="385762" y="103187"/>
                </a:lnTo>
                <a:lnTo>
                  <a:pt x="530225" y="103187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7140571" name="Textplatzhalter 19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7113985" y="1714411"/>
            <a:ext cx="540544" cy="421481"/>
          </a:xfrm>
          <a:custGeom>
            <a:avLst/>
            <a:gdLst>
              <a:gd name="connsiteX0" fmla="*/ 379413 w 720725"/>
              <a:gd name="connsiteY0" fmla="*/ 0 h 561975"/>
              <a:gd name="connsiteX1" fmla="*/ 720725 w 720725"/>
              <a:gd name="connsiteY1" fmla="*/ 0 h 561975"/>
              <a:gd name="connsiteX2" fmla="*/ 720725 w 720725"/>
              <a:gd name="connsiteY2" fmla="*/ 117475 h 561975"/>
              <a:gd name="connsiteX3" fmla="*/ 557213 w 720725"/>
              <a:gd name="connsiteY3" fmla="*/ 282575 h 561975"/>
              <a:gd name="connsiteX4" fmla="*/ 428625 w 720725"/>
              <a:gd name="connsiteY4" fmla="*/ 201613 h 561975"/>
              <a:gd name="connsiteX5" fmla="*/ 176213 w 720725"/>
              <a:gd name="connsiteY5" fmla="*/ 454025 h 561975"/>
              <a:gd name="connsiteX6" fmla="*/ 285750 w 720725"/>
              <a:gd name="connsiteY6" fmla="*/ 561975 h 561975"/>
              <a:gd name="connsiteX7" fmla="*/ 0 w 720725"/>
              <a:gd name="connsiteY7" fmla="*/ 561975 h 561975"/>
              <a:gd name="connsiteX8" fmla="*/ 0 w 720725"/>
              <a:gd name="connsiteY8" fmla="*/ 117475 h 561975"/>
              <a:gd name="connsiteX9" fmla="*/ 379413 w 720725"/>
              <a:gd name="connsiteY9" fmla="*/ 117475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0725" h="561975" fill="norm" stroke="1" extrusionOk="0">
                <a:moveTo>
                  <a:pt x="379413" y="0"/>
                </a:moveTo>
                <a:lnTo>
                  <a:pt x="720725" y="0"/>
                </a:lnTo>
                <a:lnTo>
                  <a:pt x="720725" y="117475"/>
                </a:lnTo>
                <a:lnTo>
                  <a:pt x="557213" y="282575"/>
                </a:lnTo>
                <a:lnTo>
                  <a:pt x="428625" y="201613"/>
                </a:lnTo>
                <a:lnTo>
                  <a:pt x="176213" y="454025"/>
                </a:lnTo>
                <a:lnTo>
                  <a:pt x="285750" y="561975"/>
                </a:lnTo>
                <a:lnTo>
                  <a:pt x="0" y="561975"/>
                </a:lnTo>
                <a:lnTo>
                  <a:pt x="0" y="117475"/>
                </a:lnTo>
                <a:lnTo>
                  <a:pt x="379413" y="117475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021210201" name="Textplatzhalter 197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7246145" y="1865620"/>
            <a:ext cx="285750" cy="270272"/>
          </a:xfrm>
          <a:custGeom>
            <a:avLst/>
            <a:gdLst>
              <a:gd name="connsiteX0" fmla="*/ 252412 w 381000"/>
              <a:gd name="connsiteY0" fmla="*/ 0 h 360362"/>
              <a:gd name="connsiteX1" fmla="*/ 381000 w 381000"/>
              <a:gd name="connsiteY1" fmla="*/ 80962 h 360362"/>
              <a:gd name="connsiteX2" fmla="*/ 381000 w 381000"/>
              <a:gd name="connsiteY2" fmla="*/ 360362 h 360362"/>
              <a:gd name="connsiteX3" fmla="*/ 109538 w 381000"/>
              <a:gd name="connsiteY3" fmla="*/ 360362 h 360362"/>
              <a:gd name="connsiteX4" fmla="*/ 0 w 381000"/>
              <a:gd name="connsiteY4" fmla="*/ 252412 h 360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000" h="360362" fill="norm" stroke="1" extrusionOk="0">
                <a:moveTo>
                  <a:pt x="252412" y="0"/>
                </a:moveTo>
                <a:lnTo>
                  <a:pt x="381000" y="80962"/>
                </a:lnTo>
                <a:lnTo>
                  <a:pt x="381000" y="360362"/>
                </a:lnTo>
                <a:lnTo>
                  <a:pt x="109538" y="360362"/>
                </a:lnTo>
                <a:lnTo>
                  <a:pt x="0" y="25241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787460621" name="Textplatzhalter 199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86488" y="1073854"/>
            <a:ext cx="510779" cy="369094"/>
          </a:xfrm>
          <a:custGeom>
            <a:avLst/>
            <a:gdLst>
              <a:gd name="connsiteX0" fmla="*/ 96837 w 681038"/>
              <a:gd name="connsiteY0" fmla="*/ 0 h 492125"/>
              <a:gd name="connsiteX1" fmla="*/ 352425 w 681038"/>
              <a:gd name="connsiteY1" fmla="*/ 0 h 492125"/>
              <a:gd name="connsiteX2" fmla="*/ 352425 w 681038"/>
              <a:gd name="connsiteY2" fmla="*/ 134938 h 492125"/>
              <a:gd name="connsiteX3" fmla="*/ 428625 w 681038"/>
              <a:gd name="connsiteY3" fmla="*/ 211138 h 492125"/>
              <a:gd name="connsiteX4" fmla="*/ 504825 w 681038"/>
              <a:gd name="connsiteY4" fmla="*/ 134938 h 492125"/>
              <a:gd name="connsiteX5" fmla="*/ 681038 w 681038"/>
              <a:gd name="connsiteY5" fmla="*/ 134938 h 492125"/>
              <a:gd name="connsiteX6" fmla="*/ 681038 w 681038"/>
              <a:gd name="connsiteY6" fmla="*/ 350838 h 492125"/>
              <a:gd name="connsiteX7" fmla="*/ 581025 w 681038"/>
              <a:gd name="connsiteY7" fmla="*/ 492125 h 492125"/>
              <a:gd name="connsiteX8" fmla="*/ 487363 w 681038"/>
              <a:gd name="connsiteY8" fmla="*/ 365125 h 492125"/>
              <a:gd name="connsiteX9" fmla="*/ 0 w 681038"/>
              <a:gd name="connsiteY9" fmla="*/ 365125 h 492125"/>
              <a:gd name="connsiteX10" fmla="*/ 0 w 681038"/>
              <a:gd name="connsiteY10" fmla="*/ 95250 h 49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1038" h="492125" fill="norm" stroke="1" extrusionOk="0">
                <a:moveTo>
                  <a:pt x="96837" y="0"/>
                </a:moveTo>
                <a:lnTo>
                  <a:pt x="352425" y="0"/>
                </a:lnTo>
                <a:lnTo>
                  <a:pt x="352425" y="134938"/>
                </a:lnTo>
                <a:lnTo>
                  <a:pt x="428625" y="211138"/>
                </a:lnTo>
                <a:lnTo>
                  <a:pt x="504825" y="134938"/>
                </a:lnTo>
                <a:lnTo>
                  <a:pt x="681038" y="134938"/>
                </a:lnTo>
                <a:lnTo>
                  <a:pt x="681038" y="350838"/>
                </a:lnTo>
                <a:lnTo>
                  <a:pt x="581025" y="492125"/>
                </a:lnTo>
                <a:lnTo>
                  <a:pt x="487363" y="365125"/>
                </a:lnTo>
                <a:lnTo>
                  <a:pt x="0" y="365125"/>
                </a:lnTo>
                <a:lnTo>
                  <a:pt x="0" y="95250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429992250" name="Textplatzhalter 201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300664" y="1229826"/>
            <a:ext cx="240506" cy="357188"/>
          </a:xfrm>
          <a:custGeom>
            <a:avLst/>
            <a:gdLst>
              <a:gd name="connsiteX0" fmla="*/ 131763 w 320675"/>
              <a:gd name="connsiteY0" fmla="*/ 0 h 476250"/>
              <a:gd name="connsiteX1" fmla="*/ 320675 w 320675"/>
              <a:gd name="connsiteY1" fmla="*/ 187325 h 476250"/>
              <a:gd name="connsiteX2" fmla="*/ 184150 w 320675"/>
              <a:gd name="connsiteY2" fmla="*/ 323850 h 476250"/>
              <a:gd name="connsiteX3" fmla="*/ 92075 w 320675"/>
              <a:gd name="connsiteY3" fmla="*/ 403225 h 476250"/>
              <a:gd name="connsiteX4" fmla="*/ 28575 w 320675"/>
              <a:gd name="connsiteY4" fmla="*/ 455613 h 476250"/>
              <a:gd name="connsiteX5" fmla="*/ 7937 w 320675"/>
              <a:gd name="connsiteY5" fmla="*/ 471488 h 476250"/>
              <a:gd name="connsiteX6" fmla="*/ 1587 w 320675"/>
              <a:gd name="connsiteY6" fmla="*/ 476250 h 476250"/>
              <a:gd name="connsiteX7" fmla="*/ 0 w 320675"/>
              <a:gd name="connsiteY7" fmla="*/ 476250 h 476250"/>
              <a:gd name="connsiteX8" fmla="*/ 0 w 320675"/>
              <a:gd name="connsiteY8" fmla="*/ 130175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0675" h="476250" fill="norm" stroke="1" extrusionOk="0">
                <a:moveTo>
                  <a:pt x="131763" y="0"/>
                </a:moveTo>
                <a:lnTo>
                  <a:pt x="320675" y="187325"/>
                </a:lnTo>
                <a:lnTo>
                  <a:pt x="184150" y="323850"/>
                </a:lnTo>
                <a:lnTo>
                  <a:pt x="92075" y="403225"/>
                </a:lnTo>
                <a:lnTo>
                  <a:pt x="28575" y="455613"/>
                </a:lnTo>
                <a:lnTo>
                  <a:pt x="7937" y="471488"/>
                </a:lnTo>
                <a:lnTo>
                  <a:pt x="1587" y="476250"/>
                </a:lnTo>
                <a:lnTo>
                  <a:pt x="0" y="476250"/>
                </a:lnTo>
                <a:lnTo>
                  <a:pt x="0" y="130175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308785653" name="Textplatzhalter 20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914901" y="1554866"/>
            <a:ext cx="254794" cy="255984"/>
          </a:xfrm>
          <a:custGeom>
            <a:avLst/>
            <a:gdLst>
              <a:gd name="connsiteX0" fmla="*/ 207963 w 339725"/>
              <a:gd name="connsiteY0" fmla="*/ 0 h 341312"/>
              <a:gd name="connsiteX1" fmla="*/ 339725 w 339725"/>
              <a:gd name="connsiteY1" fmla="*/ 133350 h 341312"/>
              <a:gd name="connsiteX2" fmla="*/ 133350 w 339725"/>
              <a:gd name="connsiteY2" fmla="*/ 341312 h 341312"/>
              <a:gd name="connsiteX3" fmla="*/ 0 w 339725"/>
              <a:gd name="connsiteY3" fmla="*/ 206375 h 341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725" h="341312" fill="norm" stroke="1" extrusionOk="0">
                <a:moveTo>
                  <a:pt x="207963" y="0"/>
                </a:moveTo>
                <a:lnTo>
                  <a:pt x="339725" y="133350"/>
                </a:lnTo>
                <a:lnTo>
                  <a:pt x="133350" y="341312"/>
                </a:lnTo>
                <a:lnTo>
                  <a:pt x="0" y="206375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51942331" name="Textplatzhalter 205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186489" y="2204948"/>
            <a:ext cx="840581" cy="577453"/>
          </a:xfrm>
          <a:custGeom>
            <a:avLst/>
            <a:gdLst>
              <a:gd name="connsiteX0" fmla="*/ 476250 w 1120775"/>
              <a:gd name="connsiteY0" fmla="*/ 0 h 769937"/>
              <a:gd name="connsiteX1" fmla="*/ 1028700 w 1120775"/>
              <a:gd name="connsiteY1" fmla="*/ 0 h 769937"/>
              <a:gd name="connsiteX2" fmla="*/ 1120775 w 1120775"/>
              <a:gd name="connsiteY2" fmla="*/ 92075 h 769937"/>
              <a:gd name="connsiteX3" fmla="*/ 857250 w 1120775"/>
              <a:gd name="connsiteY3" fmla="*/ 357187 h 769937"/>
              <a:gd name="connsiteX4" fmla="*/ 857250 w 1120775"/>
              <a:gd name="connsiteY4" fmla="*/ 769937 h 769937"/>
              <a:gd name="connsiteX5" fmla="*/ 701675 w 1120775"/>
              <a:gd name="connsiteY5" fmla="*/ 649287 h 769937"/>
              <a:gd name="connsiteX6" fmla="*/ 280987 w 1120775"/>
              <a:gd name="connsiteY6" fmla="*/ 649287 h 769937"/>
              <a:gd name="connsiteX7" fmla="*/ 280987 w 1120775"/>
              <a:gd name="connsiteY7" fmla="*/ 501650 h 769937"/>
              <a:gd name="connsiteX8" fmla="*/ 0 w 1120775"/>
              <a:gd name="connsiteY8" fmla="*/ 220662 h 769937"/>
              <a:gd name="connsiteX9" fmla="*/ 476250 w 1120775"/>
              <a:gd name="connsiteY9" fmla="*/ 220662 h 76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20775" h="769937" fill="norm" stroke="1" extrusionOk="0">
                <a:moveTo>
                  <a:pt x="476250" y="0"/>
                </a:moveTo>
                <a:lnTo>
                  <a:pt x="1028700" y="0"/>
                </a:lnTo>
                <a:lnTo>
                  <a:pt x="1120775" y="92075"/>
                </a:lnTo>
                <a:lnTo>
                  <a:pt x="857250" y="357187"/>
                </a:lnTo>
                <a:lnTo>
                  <a:pt x="857250" y="769937"/>
                </a:lnTo>
                <a:lnTo>
                  <a:pt x="701675" y="649287"/>
                </a:lnTo>
                <a:lnTo>
                  <a:pt x="280987" y="649287"/>
                </a:lnTo>
                <a:lnTo>
                  <a:pt x="280987" y="501650"/>
                </a:lnTo>
                <a:lnTo>
                  <a:pt x="0" y="220662"/>
                </a:lnTo>
                <a:lnTo>
                  <a:pt x="476250" y="22066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047419" name="Textplatzhalter 207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6294835" y="2691914"/>
            <a:ext cx="534591" cy="644128"/>
          </a:xfrm>
          <a:custGeom>
            <a:avLst/>
            <a:gdLst>
              <a:gd name="connsiteX0" fmla="*/ 136525 w 712788"/>
              <a:gd name="connsiteY0" fmla="*/ 0 h 858837"/>
              <a:gd name="connsiteX1" fmla="*/ 557213 w 712788"/>
              <a:gd name="connsiteY1" fmla="*/ 0 h 858837"/>
              <a:gd name="connsiteX2" fmla="*/ 712788 w 712788"/>
              <a:gd name="connsiteY2" fmla="*/ 120650 h 858837"/>
              <a:gd name="connsiteX3" fmla="*/ 712788 w 712788"/>
              <a:gd name="connsiteY3" fmla="*/ 328612 h 858837"/>
              <a:gd name="connsiteX4" fmla="*/ 590550 w 712788"/>
              <a:gd name="connsiteY4" fmla="*/ 450850 h 858837"/>
              <a:gd name="connsiteX5" fmla="*/ 469900 w 712788"/>
              <a:gd name="connsiteY5" fmla="*/ 450850 h 858837"/>
              <a:gd name="connsiteX6" fmla="*/ 469900 w 712788"/>
              <a:gd name="connsiteY6" fmla="*/ 735012 h 858837"/>
              <a:gd name="connsiteX7" fmla="*/ 228600 w 712788"/>
              <a:gd name="connsiteY7" fmla="*/ 735012 h 858837"/>
              <a:gd name="connsiteX8" fmla="*/ 101600 w 712788"/>
              <a:gd name="connsiteY8" fmla="*/ 858837 h 858837"/>
              <a:gd name="connsiteX9" fmla="*/ 0 w 712788"/>
              <a:gd name="connsiteY9" fmla="*/ 765175 h 858837"/>
              <a:gd name="connsiteX10" fmla="*/ 0 w 712788"/>
              <a:gd name="connsiteY10" fmla="*/ 473075 h 858837"/>
              <a:gd name="connsiteX11" fmla="*/ 0 w 712788"/>
              <a:gd name="connsiteY11" fmla="*/ 153988 h 858837"/>
              <a:gd name="connsiteX12" fmla="*/ 0 w 712788"/>
              <a:gd name="connsiteY12" fmla="*/ 152400 h 8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2788" h="858837" fill="norm" stroke="1" extrusionOk="0">
                <a:moveTo>
                  <a:pt x="136525" y="0"/>
                </a:moveTo>
                <a:lnTo>
                  <a:pt x="557213" y="0"/>
                </a:lnTo>
                <a:lnTo>
                  <a:pt x="712788" y="120650"/>
                </a:lnTo>
                <a:lnTo>
                  <a:pt x="712788" y="328612"/>
                </a:lnTo>
                <a:lnTo>
                  <a:pt x="590550" y="450850"/>
                </a:lnTo>
                <a:lnTo>
                  <a:pt x="469900" y="450850"/>
                </a:lnTo>
                <a:lnTo>
                  <a:pt x="469900" y="735012"/>
                </a:lnTo>
                <a:lnTo>
                  <a:pt x="228600" y="735012"/>
                </a:lnTo>
                <a:lnTo>
                  <a:pt x="101600" y="858837"/>
                </a:lnTo>
                <a:lnTo>
                  <a:pt x="0" y="765175"/>
                </a:lnTo>
                <a:lnTo>
                  <a:pt x="0" y="473075"/>
                </a:lnTo>
                <a:lnTo>
                  <a:pt x="0" y="153988"/>
                </a:lnTo>
                <a:lnTo>
                  <a:pt x="0" y="152400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092784141" name="Textplatzhalter 20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29426" y="2274004"/>
            <a:ext cx="305991" cy="664369"/>
          </a:xfrm>
          <a:custGeom>
            <a:avLst/>
            <a:gdLst>
              <a:gd name="connsiteX0" fmla="*/ 263525 w 407988"/>
              <a:gd name="connsiteY0" fmla="*/ 0 h 885825"/>
              <a:gd name="connsiteX1" fmla="*/ 407988 w 407988"/>
              <a:gd name="connsiteY1" fmla="*/ 144462 h 885825"/>
              <a:gd name="connsiteX2" fmla="*/ 271463 w 407988"/>
              <a:gd name="connsiteY2" fmla="*/ 280987 h 885825"/>
              <a:gd name="connsiteX3" fmla="*/ 398463 w 407988"/>
              <a:gd name="connsiteY3" fmla="*/ 280987 h 885825"/>
              <a:gd name="connsiteX4" fmla="*/ 398463 w 407988"/>
              <a:gd name="connsiteY4" fmla="*/ 460375 h 885825"/>
              <a:gd name="connsiteX5" fmla="*/ 406401 w 407988"/>
              <a:gd name="connsiteY5" fmla="*/ 460375 h 885825"/>
              <a:gd name="connsiteX6" fmla="*/ 204788 w 407988"/>
              <a:gd name="connsiteY6" fmla="*/ 663575 h 885825"/>
              <a:gd name="connsiteX7" fmla="*/ 204788 w 407988"/>
              <a:gd name="connsiteY7" fmla="*/ 885825 h 885825"/>
              <a:gd name="connsiteX8" fmla="*/ 0 w 407988"/>
              <a:gd name="connsiteY8" fmla="*/ 885825 h 885825"/>
              <a:gd name="connsiteX9" fmla="*/ 0 w 407988"/>
              <a:gd name="connsiteY9" fmla="*/ 677863 h 885825"/>
              <a:gd name="connsiteX10" fmla="*/ 0 w 407988"/>
              <a:gd name="connsiteY10" fmla="*/ 265112 h 88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7988" h="885825" fill="norm" stroke="1" extrusionOk="0">
                <a:moveTo>
                  <a:pt x="263525" y="0"/>
                </a:moveTo>
                <a:lnTo>
                  <a:pt x="407988" y="144462"/>
                </a:lnTo>
                <a:lnTo>
                  <a:pt x="271463" y="280987"/>
                </a:lnTo>
                <a:lnTo>
                  <a:pt x="398463" y="280987"/>
                </a:lnTo>
                <a:lnTo>
                  <a:pt x="398463" y="460375"/>
                </a:lnTo>
                <a:lnTo>
                  <a:pt x="406401" y="460375"/>
                </a:lnTo>
                <a:lnTo>
                  <a:pt x="204788" y="663575"/>
                </a:lnTo>
                <a:lnTo>
                  <a:pt x="204788" y="885825"/>
                </a:lnTo>
                <a:lnTo>
                  <a:pt x="0" y="885825"/>
                </a:lnTo>
                <a:lnTo>
                  <a:pt x="0" y="677863"/>
                </a:lnTo>
                <a:lnTo>
                  <a:pt x="0" y="26511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252383717" name="Textplatzhalter 211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5834064" y="2581185"/>
            <a:ext cx="259556" cy="465534"/>
          </a:xfrm>
          <a:custGeom>
            <a:avLst/>
            <a:gdLst>
              <a:gd name="connsiteX0" fmla="*/ 257175 w 346075"/>
              <a:gd name="connsiteY0" fmla="*/ 0 h 620712"/>
              <a:gd name="connsiteX1" fmla="*/ 346075 w 346075"/>
              <a:gd name="connsiteY1" fmla="*/ 0 h 620712"/>
              <a:gd name="connsiteX2" fmla="*/ 346075 w 346075"/>
              <a:gd name="connsiteY2" fmla="*/ 620712 h 620712"/>
              <a:gd name="connsiteX3" fmla="*/ 114300 w 346075"/>
              <a:gd name="connsiteY3" fmla="*/ 620712 h 620712"/>
              <a:gd name="connsiteX4" fmla="*/ 0 w 346075"/>
              <a:gd name="connsiteY4" fmla="*/ 506412 h 620712"/>
              <a:gd name="connsiteX5" fmla="*/ 0 w 346075"/>
              <a:gd name="connsiteY5" fmla="*/ 271462 h 62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6075" h="620712" fill="norm" stroke="1" extrusionOk="0">
                <a:moveTo>
                  <a:pt x="257175" y="0"/>
                </a:moveTo>
                <a:lnTo>
                  <a:pt x="346075" y="0"/>
                </a:lnTo>
                <a:lnTo>
                  <a:pt x="346075" y="620712"/>
                </a:lnTo>
                <a:lnTo>
                  <a:pt x="114300" y="620712"/>
                </a:lnTo>
                <a:lnTo>
                  <a:pt x="0" y="506412"/>
                </a:lnTo>
                <a:lnTo>
                  <a:pt x="0" y="27146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512111389" name="Textplatzhalter 21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186488" y="2060882"/>
            <a:ext cx="357188" cy="309563"/>
          </a:xfrm>
          <a:custGeom>
            <a:avLst/>
            <a:gdLst>
              <a:gd name="connsiteX0" fmla="*/ 0 w 476250"/>
              <a:gd name="connsiteY0" fmla="*/ 0 h 412750"/>
              <a:gd name="connsiteX1" fmla="*/ 106362 w 476250"/>
              <a:gd name="connsiteY1" fmla="*/ 106362 h 412750"/>
              <a:gd name="connsiteX2" fmla="*/ 358775 w 476250"/>
              <a:gd name="connsiteY2" fmla="*/ 106362 h 412750"/>
              <a:gd name="connsiteX3" fmla="*/ 476250 w 476250"/>
              <a:gd name="connsiteY3" fmla="*/ 192087 h 412750"/>
              <a:gd name="connsiteX4" fmla="*/ 476250 w 476250"/>
              <a:gd name="connsiteY4" fmla="*/ 412750 h 412750"/>
              <a:gd name="connsiteX5" fmla="*/ 0 w 476250"/>
              <a:gd name="connsiteY5" fmla="*/ 412750 h 412750"/>
              <a:gd name="connsiteX6" fmla="*/ 0 w 476250"/>
              <a:gd name="connsiteY6" fmla="*/ 228600 h 41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6250" h="412750" fill="norm" stroke="1" extrusionOk="0">
                <a:moveTo>
                  <a:pt x="0" y="0"/>
                </a:moveTo>
                <a:lnTo>
                  <a:pt x="106362" y="106362"/>
                </a:lnTo>
                <a:lnTo>
                  <a:pt x="358775" y="106362"/>
                </a:lnTo>
                <a:lnTo>
                  <a:pt x="476250" y="192087"/>
                </a:lnTo>
                <a:lnTo>
                  <a:pt x="476250" y="412750"/>
                </a:lnTo>
                <a:lnTo>
                  <a:pt x="0" y="412750"/>
                </a:lnTo>
                <a:lnTo>
                  <a:pt x="0" y="228600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895426794" name="Textplatzhalter 215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647260" y="2346632"/>
            <a:ext cx="2122885" cy="1760934"/>
          </a:xfrm>
          <a:custGeom>
            <a:avLst/>
            <a:gdLst>
              <a:gd name="connsiteX0" fmla="*/ 1379538 w 2830513"/>
              <a:gd name="connsiteY0" fmla="*/ 0 h 2347912"/>
              <a:gd name="connsiteX1" fmla="*/ 1720850 w 2830513"/>
              <a:gd name="connsiteY1" fmla="*/ 0 h 2347912"/>
              <a:gd name="connsiteX2" fmla="*/ 1720850 w 2830513"/>
              <a:gd name="connsiteY2" fmla="*/ 223837 h 2347912"/>
              <a:gd name="connsiteX3" fmla="*/ 2312988 w 2830513"/>
              <a:gd name="connsiteY3" fmla="*/ 223837 h 2347912"/>
              <a:gd name="connsiteX4" fmla="*/ 2511425 w 2830513"/>
              <a:gd name="connsiteY4" fmla="*/ 25400 h 2347912"/>
              <a:gd name="connsiteX5" fmla="*/ 2676525 w 2830513"/>
              <a:gd name="connsiteY5" fmla="*/ 25400 h 2347912"/>
              <a:gd name="connsiteX6" fmla="*/ 2798763 w 2830513"/>
              <a:gd name="connsiteY6" fmla="*/ 149225 h 2347912"/>
              <a:gd name="connsiteX7" fmla="*/ 2681288 w 2830513"/>
              <a:gd name="connsiteY7" fmla="*/ 268287 h 2347912"/>
              <a:gd name="connsiteX8" fmla="*/ 2681288 w 2830513"/>
              <a:gd name="connsiteY8" fmla="*/ 696912 h 2347912"/>
              <a:gd name="connsiteX9" fmla="*/ 2830513 w 2830513"/>
              <a:gd name="connsiteY9" fmla="*/ 846137 h 2347912"/>
              <a:gd name="connsiteX10" fmla="*/ 2830513 w 2830513"/>
              <a:gd name="connsiteY10" fmla="*/ 1041400 h 2347912"/>
              <a:gd name="connsiteX11" fmla="*/ 2405063 w 2830513"/>
              <a:gd name="connsiteY11" fmla="*/ 1041400 h 2347912"/>
              <a:gd name="connsiteX12" fmla="*/ 2405063 w 2830513"/>
              <a:gd name="connsiteY12" fmla="*/ 792162 h 2347912"/>
              <a:gd name="connsiteX13" fmla="*/ 2108200 w 2830513"/>
              <a:gd name="connsiteY13" fmla="*/ 1089025 h 2347912"/>
              <a:gd name="connsiteX14" fmla="*/ 2108200 w 2830513"/>
              <a:gd name="connsiteY14" fmla="*/ 1352550 h 2347912"/>
              <a:gd name="connsiteX15" fmla="*/ 2236788 w 2830513"/>
              <a:gd name="connsiteY15" fmla="*/ 1352550 h 2347912"/>
              <a:gd name="connsiteX16" fmla="*/ 2236788 w 2830513"/>
              <a:gd name="connsiteY16" fmla="*/ 1617662 h 2347912"/>
              <a:gd name="connsiteX17" fmla="*/ 2492375 w 2830513"/>
              <a:gd name="connsiteY17" fmla="*/ 1873250 h 2347912"/>
              <a:gd name="connsiteX18" fmla="*/ 2212975 w 2830513"/>
              <a:gd name="connsiteY18" fmla="*/ 1873250 h 2347912"/>
              <a:gd name="connsiteX19" fmla="*/ 1928813 w 2830513"/>
              <a:gd name="connsiteY19" fmla="*/ 1589087 h 2347912"/>
              <a:gd name="connsiteX20" fmla="*/ 1812925 w 2830513"/>
              <a:gd name="connsiteY20" fmla="*/ 1704975 h 2347912"/>
              <a:gd name="connsiteX21" fmla="*/ 1744663 w 2830513"/>
              <a:gd name="connsiteY21" fmla="*/ 1636712 h 2347912"/>
              <a:gd name="connsiteX22" fmla="*/ 1547813 w 2830513"/>
              <a:gd name="connsiteY22" fmla="*/ 1833562 h 2347912"/>
              <a:gd name="connsiteX23" fmla="*/ 1339850 w 2830513"/>
              <a:gd name="connsiteY23" fmla="*/ 1833562 h 2347912"/>
              <a:gd name="connsiteX24" fmla="*/ 1339850 w 2830513"/>
              <a:gd name="connsiteY24" fmla="*/ 1728787 h 2347912"/>
              <a:gd name="connsiteX25" fmla="*/ 1195388 w 2830513"/>
              <a:gd name="connsiteY25" fmla="*/ 1585912 h 2347912"/>
              <a:gd name="connsiteX26" fmla="*/ 1195388 w 2830513"/>
              <a:gd name="connsiteY26" fmla="*/ 1233487 h 2347912"/>
              <a:gd name="connsiteX27" fmla="*/ 1074738 w 2830513"/>
              <a:gd name="connsiteY27" fmla="*/ 1352550 h 2347912"/>
              <a:gd name="connsiteX28" fmla="*/ 1003300 w 2830513"/>
              <a:gd name="connsiteY28" fmla="*/ 1281112 h 2347912"/>
              <a:gd name="connsiteX29" fmla="*/ 900113 w 2830513"/>
              <a:gd name="connsiteY29" fmla="*/ 1385887 h 2347912"/>
              <a:gd name="connsiteX30" fmla="*/ 900113 w 2830513"/>
              <a:gd name="connsiteY30" fmla="*/ 2114550 h 2347912"/>
              <a:gd name="connsiteX31" fmla="*/ 666750 w 2830513"/>
              <a:gd name="connsiteY31" fmla="*/ 2346325 h 2347912"/>
              <a:gd name="connsiteX32" fmla="*/ 520700 w 2830513"/>
              <a:gd name="connsiteY32" fmla="*/ 2346325 h 2347912"/>
              <a:gd name="connsiteX33" fmla="*/ 520700 w 2830513"/>
              <a:gd name="connsiteY33" fmla="*/ 2347912 h 2347912"/>
              <a:gd name="connsiteX34" fmla="*/ 517525 w 2830513"/>
              <a:gd name="connsiteY34" fmla="*/ 2346325 h 2347912"/>
              <a:gd name="connsiteX35" fmla="*/ 517525 w 2830513"/>
              <a:gd name="connsiteY35" fmla="*/ 1374775 h 2347912"/>
              <a:gd name="connsiteX36" fmla="*/ 338138 w 2830513"/>
              <a:gd name="connsiteY36" fmla="*/ 1195387 h 2347912"/>
              <a:gd name="connsiteX37" fmla="*/ 0 w 2830513"/>
              <a:gd name="connsiteY37" fmla="*/ 1195387 h 2347912"/>
              <a:gd name="connsiteX38" fmla="*/ 0 w 2830513"/>
              <a:gd name="connsiteY38" fmla="*/ 911225 h 2347912"/>
              <a:gd name="connsiteX39" fmla="*/ 120650 w 2830513"/>
              <a:gd name="connsiteY39" fmla="*/ 911225 h 2347912"/>
              <a:gd name="connsiteX40" fmla="*/ 242888 w 2830513"/>
              <a:gd name="connsiteY40" fmla="*/ 788987 h 2347912"/>
              <a:gd name="connsiteX41" fmla="*/ 447675 w 2830513"/>
              <a:gd name="connsiteY41" fmla="*/ 788987 h 2347912"/>
              <a:gd name="connsiteX42" fmla="*/ 447675 w 2830513"/>
              <a:gd name="connsiteY42" fmla="*/ 566737 h 2347912"/>
              <a:gd name="connsiteX43" fmla="*/ 649288 w 2830513"/>
              <a:gd name="connsiteY43" fmla="*/ 363537 h 2347912"/>
              <a:gd name="connsiteX44" fmla="*/ 1074738 w 2830513"/>
              <a:gd name="connsiteY44" fmla="*/ 363537 h 234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830513" h="2347912" fill="norm" stroke="1" extrusionOk="0">
                <a:moveTo>
                  <a:pt x="1379538" y="0"/>
                </a:moveTo>
                <a:lnTo>
                  <a:pt x="1720850" y="0"/>
                </a:lnTo>
                <a:lnTo>
                  <a:pt x="1720850" y="223837"/>
                </a:lnTo>
                <a:lnTo>
                  <a:pt x="2312988" y="223837"/>
                </a:lnTo>
                <a:lnTo>
                  <a:pt x="2511425" y="25400"/>
                </a:lnTo>
                <a:lnTo>
                  <a:pt x="2676525" y="25400"/>
                </a:lnTo>
                <a:lnTo>
                  <a:pt x="2798763" y="149225"/>
                </a:lnTo>
                <a:lnTo>
                  <a:pt x="2681288" y="268287"/>
                </a:lnTo>
                <a:lnTo>
                  <a:pt x="2681288" y="696912"/>
                </a:lnTo>
                <a:lnTo>
                  <a:pt x="2830513" y="846137"/>
                </a:lnTo>
                <a:lnTo>
                  <a:pt x="2830513" y="1041400"/>
                </a:lnTo>
                <a:lnTo>
                  <a:pt x="2405063" y="1041400"/>
                </a:lnTo>
                <a:lnTo>
                  <a:pt x="2405063" y="792162"/>
                </a:lnTo>
                <a:lnTo>
                  <a:pt x="2108200" y="1089025"/>
                </a:lnTo>
                <a:lnTo>
                  <a:pt x="2108200" y="1352550"/>
                </a:lnTo>
                <a:lnTo>
                  <a:pt x="2236788" y="1352550"/>
                </a:lnTo>
                <a:lnTo>
                  <a:pt x="2236788" y="1617662"/>
                </a:lnTo>
                <a:lnTo>
                  <a:pt x="2492375" y="1873250"/>
                </a:lnTo>
                <a:lnTo>
                  <a:pt x="2212975" y="1873250"/>
                </a:lnTo>
                <a:lnTo>
                  <a:pt x="1928813" y="1589087"/>
                </a:lnTo>
                <a:lnTo>
                  <a:pt x="1812925" y="1704975"/>
                </a:lnTo>
                <a:lnTo>
                  <a:pt x="1744663" y="1636712"/>
                </a:lnTo>
                <a:lnTo>
                  <a:pt x="1547813" y="1833562"/>
                </a:lnTo>
                <a:lnTo>
                  <a:pt x="1339850" y="1833562"/>
                </a:lnTo>
                <a:lnTo>
                  <a:pt x="1339850" y="1728787"/>
                </a:lnTo>
                <a:lnTo>
                  <a:pt x="1195388" y="1585912"/>
                </a:lnTo>
                <a:lnTo>
                  <a:pt x="1195388" y="1233487"/>
                </a:lnTo>
                <a:lnTo>
                  <a:pt x="1074738" y="1352550"/>
                </a:lnTo>
                <a:lnTo>
                  <a:pt x="1003300" y="1281112"/>
                </a:lnTo>
                <a:lnTo>
                  <a:pt x="900113" y="1385887"/>
                </a:lnTo>
                <a:lnTo>
                  <a:pt x="900113" y="2114550"/>
                </a:lnTo>
                <a:lnTo>
                  <a:pt x="666750" y="2346325"/>
                </a:lnTo>
                <a:lnTo>
                  <a:pt x="520700" y="2346325"/>
                </a:lnTo>
                <a:lnTo>
                  <a:pt x="520700" y="2347912"/>
                </a:lnTo>
                <a:lnTo>
                  <a:pt x="517525" y="2346325"/>
                </a:lnTo>
                <a:lnTo>
                  <a:pt x="517525" y="1374775"/>
                </a:lnTo>
                <a:lnTo>
                  <a:pt x="338138" y="1195387"/>
                </a:lnTo>
                <a:lnTo>
                  <a:pt x="0" y="1195387"/>
                </a:lnTo>
                <a:lnTo>
                  <a:pt x="0" y="911225"/>
                </a:lnTo>
                <a:lnTo>
                  <a:pt x="120650" y="911225"/>
                </a:lnTo>
                <a:lnTo>
                  <a:pt x="242888" y="788987"/>
                </a:lnTo>
                <a:lnTo>
                  <a:pt x="447675" y="788987"/>
                </a:lnTo>
                <a:lnTo>
                  <a:pt x="447675" y="566737"/>
                </a:lnTo>
                <a:lnTo>
                  <a:pt x="649288" y="363537"/>
                </a:lnTo>
                <a:lnTo>
                  <a:pt x="1074738" y="363537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628692892" name="Textplatzhalter 217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328173" y="3243172"/>
            <a:ext cx="789385" cy="1403747"/>
          </a:xfrm>
          <a:custGeom>
            <a:avLst/>
            <a:gdLst>
              <a:gd name="connsiteX0" fmla="*/ 184150 w 1052513"/>
              <a:gd name="connsiteY0" fmla="*/ 0 h 1871662"/>
              <a:gd name="connsiteX1" fmla="*/ 425450 w 1052513"/>
              <a:gd name="connsiteY1" fmla="*/ 0 h 1871662"/>
              <a:gd name="connsiteX2" fmla="*/ 763588 w 1052513"/>
              <a:gd name="connsiteY2" fmla="*/ 0 h 1871662"/>
              <a:gd name="connsiteX3" fmla="*/ 942975 w 1052513"/>
              <a:gd name="connsiteY3" fmla="*/ 179387 h 1871662"/>
              <a:gd name="connsiteX4" fmla="*/ 942975 w 1052513"/>
              <a:gd name="connsiteY4" fmla="*/ 1150937 h 1871662"/>
              <a:gd name="connsiteX5" fmla="*/ 946150 w 1052513"/>
              <a:gd name="connsiteY5" fmla="*/ 1152525 h 1871662"/>
              <a:gd name="connsiteX6" fmla="*/ 946150 w 1052513"/>
              <a:gd name="connsiteY6" fmla="*/ 1374775 h 1871662"/>
              <a:gd name="connsiteX7" fmla="*/ 1052513 w 1052513"/>
              <a:gd name="connsiteY7" fmla="*/ 1374775 h 1871662"/>
              <a:gd name="connsiteX8" fmla="*/ 1052513 w 1052513"/>
              <a:gd name="connsiteY8" fmla="*/ 1871662 h 1871662"/>
              <a:gd name="connsiteX9" fmla="*/ 939800 w 1052513"/>
              <a:gd name="connsiteY9" fmla="*/ 1871662 h 1871662"/>
              <a:gd name="connsiteX10" fmla="*/ 715963 w 1052513"/>
              <a:gd name="connsiteY10" fmla="*/ 1647825 h 1871662"/>
              <a:gd name="connsiteX11" fmla="*/ 715963 w 1052513"/>
              <a:gd name="connsiteY11" fmla="*/ 1430337 h 1871662"/>
              <a:gd name="connsiteX12" fmla="*/ 468313 w 1052513"/>
              <a:gd name="connsiteY12" fmla="*/ 1430337 h 1871662"/>
              <a:gd name="connsiteX13" fmla="*/ 468313 w 1052513"/>
              <a:gd name="connsiteY13" fmla="*/ 1174750 h 1871662"/>
              <a:gd name="connsiteX14" fmla="*/ 0 w 1052513"/>
              <a:gd name="connsiteY14" fmla="*/ 706438 h 1871662"/>
              <a:gd name="connsiteX15" fmla="*/ 0 w 1052513"/>
              <a:gd name="connsiteY15" fmla="*/ 222250 h 1871662"/>
              <a:gd name="connsiteX16" fmla="*/ 57150 w 1052513"/>
              <a:gd name="connsiteY16" fmla="*/ 123825 h 187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2513" h="1871662" fill="norm" stroke="1" extrusionOk="0">
                <a:moveTo>
                  <a:pt x="184150" y="0"/>
                </a:moveTo>
                <a:lnTo>
                  <a:pt x="425450" y="0"/>
                </a:lnTo>
                <a:lnTo>
                  <a:pt x="763588" y="0"/>
                </a:lnTo>
                <a:lnTo>
                  <a:pt x="942975" y="179387"/>
                </a:lnTo>
                <a:lnTo>
                  <a:pt x="942975" y="1150937"/>
                </a:lnTo>
                <a:lnTo>
                  <a:pt x="946150" y="1152525"/>
                </a:lnTo>
                <a:lnTo>
                  <a:pt x="946150" y="1374775"/>
                </a:lnTo>
                <a:lnTo>
                  <a:pt x="1052513" y="1374775"/>
                </a:lnTo>
                <a:lnTo>
                  <a:pt x="1052513" y="1871662"/>
                </a:lnTo>
                <a:lnTo>
                  <a:pt x="939800" y="1871662"/>
                </a:lnTo>
                <a:lnTo>
                  <a:pt x="715963" y="1647825"/>
                </a:lnTo>
                <a:lnTo>
                  <a:pt x="715963" y="1430337"/>
                </a:lnTo>
                <a:lnTo>
                  <a:pt x="468313" y="1430337"/>
                </a:lnTo>
                <a:lnTo>
                  <a:pt x="468313" y="1174750"/>
                </a:lnTo>
                <a:lnTo>
                  <a:pt x="0" y="706438"/>
                </a:lnTo>
                <a:lnTo>
                  <a:pt x="0" y="222250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065252812" name="Textplatzhalter 219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262313" y="3838485"/>
            <a:ext cx="438149" cy="394097"/>
          </a:xfrm>
          <a:custGeom>
            <a:avLst/>
            <a:gdLst>
              <a:gd name="connsiteX0" fmla="*/ 292100 w 584200"/>
              <a:gd name="connsiteY0" fmla="*/ 0 h 525462"/>
              <a:gd name="connsiteX1" fmla="*/ 433388 w 584200"/>
              <a:gd name="connsiteY1" fmla="*/ 142875 h 525462"/>
              <a:gd name="connsiteX2" fmla="*/ 430213 w 584200"/>
              <a:gd name="connsiteY2" fmla="*/ 146050 h 525462"/>
              <a:gd name="connsiteX3" fmla="*/ 584200 w 584200"/>
              <a:gd name="connsiteY3" fmla="*/ 301625 h 525462"/>
              <a:gd name="connsiteX4" fmla="*/ 360363 w 584200"/>
              <a:gd name="connsiteY4" fmla="*/ 525462 h 525462"/>
              <a:gd name="connsiteX5" fmla="*/ 0 w 584200"/>
              <a:gd name="connsiteY5" fmla="*/ 525462 h 525462"/>
              <a:gd name="connsiteX6" fmla="*/ 0 w 584200"/>
              <a:gd name="connsiteY6" fmla="*/ 209550 h 525462"/>
              <a:gd name="connsiteX7" fmla="*/ 184150 w 584200"/>
              <a:gd name="connsiteY7" fmla="*/ 209550 h 525462"/>
              <a:gd name="connsiteX8" fmla="*/ 184150 w 584200"/>
              <a:gd name="connsiteY8" fmla="*/ 109537 h 525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4200" h="525462" fill="norm" stroke="1" extrusionOk="0">
                <a:moveTo>
                  <a:pt x="292100" y="0"/>
                </a:moveTo>
                <a:lnTo>
                  <a:pt x="433388" y="142875"/>
                </a:lnTo>
                <a:lnTo>
                  <a:pt x="430213" y="146050"/>
                </a:lnTo>
                <a:lnTo>
                  <a:pt x="584200" y="301625"/>
                </a:lnTo>
                <a:lnTo>
                  <a:pt x="360363" y="525462"/>
                </a:lnTo>
                <a:lnTo>
                  <a:pt x="0" y="525462"/>
                </a:lnTo>
                <a:lnTo>
                  <a:pt x="0" y="209550"/>
                </a:lnTo>
                <a:lnTo>
                  <a:pt x="184150" y="209550"/>
                </a:lnTo>
                <a:lnTo>
                  <a:pt x="184150" y="109537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049327338" name="Textplatzhalter 221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4201717" y="2727632"/>
            <a:ext cx="251222" cy="313134"/>
          </a:xfrm>
          <a:custGeom>
            <a:avLst/>
            <a:gdLst>
              <a:gd name="connsiteX0" fmla="*/ 0 w 334963"/>
              <a:gd name="connsiteY0" fmla="*/ 0 h 417512"/>
              <a:gd name="connsiteX1" fmla="*/ 236538 w 334963"/>
              <a:gd name="connsiteY1" fmla="*/ 187325 h 417512"/>
              <a:gd name="connsiteX2" fmla="*/ 334963 w 334963"/>
              <a:gd name="connsiteY2" fmla="*/ 284162 h 417512"/>
              <a:gd name="connsiteX3" fmla="*/ 200026 w 334963"/>
              <a:gd name="connsiteY3" fmla="*/ 417512 h 417512"/>
              <a:gd name="connsiteX4" fmla="*/ 84137 w 334963"/>
              <a:gd name="connsiteY4" fmla="*/ 417512 h 417512"/>
              <a:gd name="connsiteX5" fmla="*/ 84137 w 334963"/>
              <a:gd name="connsiteY5" fmla="*/ 122237 h 417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4963" h="417512" fill="norm" stroke="1" extrusionOk="0">
                <a:moveTo>
                  <a:pt x="0" y="0"/>
                </a:moveTo>
                <a:lnTo>
                  <a:pt x="236538" y="187325"/>
                </a:lnTo>
                <a:lnTo>
                  <a:pt x="334963" y="284162"/>
                </a:lnTo>
                <a:lnTo>
                  <a:pt x="200026" y="417512"/>
                </a:lnTo>
                <a:lnTo>
                  <a:pt x="84137" y="417512"/>
                </a:lnTo>
                <a:lnTo>
                  <a:pt x="84137" y="122237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63515917" name="Textplatzhalter 223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6093620" y="2581185"/>
            <a:ext cx="303610" cy="465534"/>
          </a:xfrm>
          <a:custGeom>
            <a:avLst/>
            <a:gdLst>
              <a:gd name="connsiteX0" fmla="*/ 0 w 404813"/>
              <a:gd name="connsiteY0" fmla="*/ 0 h 620712"/>
              <a:gd name="connsiteX1" fmla="*/ 404813 w 404813"/>
              <a:gd name="connsiteY1" fmla="*/ 0 h 620712"/>
              <a:gd name="connsiteX2" fmla="*/ 404813 w 404813"/>
              <a:gd name="connsiteY2" fmla="*/ 147638 h 620712"/>
              <a:gd name="connsiteX3" fmla="*/ 268288 w 404813"/>
              <a:gd name="connsiteY3" fmla="*/ 300037 h 620712"/>
              <a:gd name="connsiteX4" fmla="*/ 268288 w 404813"/>
              <a:gd name="connsiteY4" fmla="*/ 301625 h 620712"/>
              <a:gd name="connsiteX5" fmla="*/ 0 w 404813"/>
              <a:gd name="connsiteY5" fmla="*/ 620712 h 62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4813" h="620712" fill="norm" stroke="1" extrusionOk="0">
                <a:moveTo>
                  <a:pt x="0" y="0"/>
                </a:moveTo>
                <a:lnTo>
                  <a:pt x="404813" y="0"/>
                </a:lnTo>
                <a:lnTo>
                  <a:pt x="404813" y="147638"/>
                </a:lnTo>
                <a:lnTo>
                  <a:pt x="268288" y="300037"/>
                </a:lnTo>
                <a:lnTo>
                  <a:pt x="268288" y="301625"/>
                </a:lnTo>
                <a:lnTo>
                  <a:pt x="0" y="620712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1401240" name="Textplatzhalter 225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6093620" y="2807404"/>
            <a:ext cx="201216" cy="239315"/>
          </a:xfrm>
          <a:custGeom>
            <a:avLst/>
            <a:gdLst>
              <a:gd name="connsiteX0" fmla="*/ 268288 w 268288"/>
              <a:gd name="connsiteY0" fmla="*/ 0 h 319087"/>
              <a:gd name="connsiteX1" fmla="*/ 268288 w 268288"/>
              <a:gd name="connsiteY1" fmla="*/ 319087 h 319087"/>
              <a:gd name="connsiteX2" fmla="*/ 0 w 268288"/>
              <a:gd name="connsiteY2" fmla="*/ 319087 h 319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288" h="319087" fill="norm" stroke="1" extrusionOk="0">
                <a:moveTo>
                  <a:pt x="268288" y="0"/>
                </a:moveTo>
                <a:lnTo>
                  <a:pt x="268288" y="319087"/>
                </a:lnTo>
                <a:lnTo>
                  <a:pt x="0" y="319087"/>
                </a:lnTo>
                <a:close/>
              </a:path>
            </a:pathLst>
          </a:custGeom>
          <a:solidFill>
            <a:srgbClr val="58585A">
              <a:alpha val="2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Details 6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57660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455500081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595497742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145109" y="1193121"/>
            <a:ext cx="2858473" cy="641290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1 durch Klicken hinzufügen</a:t>
            </a:r>
            <a:endParaRPr lang="de-CH"/>
          </a:p>
        </p:txBody>
      </p:sp>
      <p:sp>
        <p:nvSpPr>
          <p:cNvPr id="169814431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926750" y="1198950"/>
            <a:ext cx="2858473" cy="641290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4 durch Klicken hinzufügen</a:t>
            </a:r>
            <a:endParaRPr lang="de-CH"/>
          </a:p>
        </p:txBody>
      </p:sp>
      <p:sp>
        <p:nvSpPr>
          <p:cNvPr id="158209658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129882" y="3374709"/>
            <a:ext cx="2858473" cy="641290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3 durch Klicken hinzufügen</a:t>
            </a:r>
            <a:endParaRPr lang="de-CH"/>
          </a:p>
        </p:txBody>
      </p:sp>
      <p:sp>
        <p:nvSpPr>
          <p:cNvPr id="1426448749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2145109" y="2282400"/>
            <a:ext cx="2858473" cy="641290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2 durch Klicken hinzufügen</a:t>
            </a:r>
            <a:endParaRPr lang="de-CH"/>
          </a:p>
        </p:txBody>
      </p:sp>
      <p:sp>
        <p:nvSpPr>
          <p:cNvPr id="1375261395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15367" y="2282400"/>
            <a:ext cx="2858473" cy="641290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5 durch Klicken hinzufügen</a:t>
            </a:r>
            <a:endParaRPr lang="de-CH"/>
          </a:p>
        </p:txBody>
      </p:sp>
      <p:sp>
        <p:nvSpPr>
          <p:cNvPr id="616166440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915367" y="3387489"/>
            <a:ext cx="2858473" cy="641290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6 durch Klicken hinzufügen</a:t>
            </a:r>
            <a:endParaRPr lang="de-CH"/>
          </a:p>
        </p:txBody>
      </p:sp>
      <p:sp>
        <p:nvSpPr>
          <p:cNvPr id="2082790474" name="Textplatzhalter 1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300122" y="1189669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596568074" name="Textplatzhalter 14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314039" y="2278112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773491580" name="Textplatzhalter 14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314039" y="3360281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649412632" name="Textplatzhalter 1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5095679" y="1189014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382008081" name="Textplatzhalter 14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5095679" y="2278112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365523682" name="Textplatzhalter 14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5084297" y="3384510"/>
            <a:ext cx="642600" cy="642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457641820" name="Bildplatzhalter 48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5237182" y="3539064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1937280187" name="Bildplatzhalter 46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5237182" y="2433976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720821038" name="Bildplatzhalter 44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5248566" y="1341900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288203505" name="Bildplatzhalter 42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1466924" y="3526285"/>
            <a:ext cx="338138" cy="338138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675340148" name="Bildplatzhalter 40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1466924" y="2433976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388919091" name="Bildplatzhalter 38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1466924" y="1345292"/>
            <a:ext cx="338138" cy="336947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Services 6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54740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49451589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528389118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127410" y="1193121"/>
            <a:ext cx="2858473" cy="295937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1 hinzufügen</a:t>
            </a:r>
            <a:endParaRPr/>
          </a:p>
        </p:txBody>
      </p:sp>
      <p:sp>
        <p:nvSpPr>
          <p:cNvPr id="755457821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127410" y="1489058"/>
            <a:ext cx="2858473" cy="641290"/>
          </a:xfrm>
        </p:spPr>
        <p:txBody>
          <a:bodyPr anchor="t"/>
          <a:lstStyle>
            <a:lvl1pPr marL="0" indent="0">
              <a:lnSpc>
                <a:spcPts val="2600"/>
              </a:lnSpc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208208471" name="Textplatzhalter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127410" y="2275813"/>
            <a:ext cx="2858473" cy="295937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2 hinzufügen</a:t>
            </a:r>
            <a:endParaRPr/>
          </a:p>
        </p:txBody>
      </p:sp>
      <p:sp>
        <p:nvSpPr>
          <p:cNvPr id="1659288794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127410" y="2571750"/>
            <a:ext cx="2858473" cy="641290"/>
          </a:xfrm>
        </p:spPr>
        <p:txBody>
          <a:bodyPr anchor="t"/>
          <a:lstStyle>
            <a:lvl1pPr marL="0" indent="0">
              <a:lnSpc>
                <a:spcPts val="2600"/>
              </a:lnSpc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542036696" name="Textplatzhalter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112183" y="3374710"/>
            <a:ext cx="2858473" cy="295937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3 hinzufügen</a:t>
            </a:r>
            <a:endParaRPr/>
          </a:p>
        </p:txBody>
      </p:sp>
      <p:sp>
        <p:nvSpPr>
          <p:cNvPr id="1340278246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2183" y="3682236"/>
            <a:ext cx="2858473" cy="641290"/>
          </a:xfrm>
        </p:spPr>
        <p:txBody>
          <a:bodyPr anchor="t"/>
          <a:lstStyle>
            <a:lvl1pPr marL="0" indent="0">
              <a:lnSpc>
                <a:spcPts val="2600"/>
              </a:lnSpc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66656520" name="Textplatzhalter 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915367" y="1181132"/>
            <a:ext cx="2858473" cy="295937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4 hinzufügen</a:t>
            </a:r>
            <a:endParaRPr/>
          </a:p>
        </p:txBody>
      </p:sp>
      <p:sp>
        <p:nvSpPr>
          <p:cNvPr id="326699875" name="Textplatzhalter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915367" y="1488658"/>
            <a:ext cx="2858473" cy="641290"/>
          </a:xfrm>
        </p:spPr>
        <p:txBody>
          <a:bodyPr anchor="t"/>
          <a:lstStyle>
            <a:lvl1pPr marL="0" indent="0">
              <a:lnSpc>
                <a:spcPts val="2600"/>
              </a:lnSpc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096406958" name="Textplatzhalter 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915367" y="2282401"/>
            <a:ext cx="2858473" cy="295937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5 hinzufügen</a:t>
            </a:r>
            <a:endParaRPr/>
          </a:p>
        </p:txBody>
      </p:sp>
      <p:sp>
        <p:nvSpPr>
          <p:cNvPr id="2078961239" name="Textplatzhalter 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5915367" y="2589927"/>
            <a:ext cx="2858473" cy="641290"/>
          </a:xfrm>
        </p:spPr>
        <p:txBody>
          <a:bodyPr anchor="t"/>
          <a:lstStyle>
            <a:lvl1pPr marL="0" indent="0">
              <a:lnSpc>
                <a:spcPts val="2600"/>
              </a:lnSpc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309394591" name="Textplatzhalter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5927149" y="3383467"/>
            <a:ext cx="2858473" cy="295937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6 hinzufügen</a:t>
            </a:r>
            <a:endParaRPr/>
          </a:p>
        </p:txBody>
      </p:sp>
      <p:sp>
        <p:nvSpPr>
          <p:cNvPr id="1161699687" name="Textplatzhalter 4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5927149" y="3690994"/>
            <a:ext cx="2858473" cy="641290"/>
          </a:xfrm>
        </p:spPr>
        <p:txBody>
          <a:bodyPr anchor="t"/>
          <a:lstStyle>
            <a:lvl1pPr marL="0" indent="0">
              <a:lnSpc>
                <a:spcPts val="2600"/>
              </a:lnSpc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672153024" name="Bildplatzhalter Rechts unten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5237501" y="338346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386938445" name="Bildplatzhalter Rechts mitte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5237501" y="2278700"/>
            <a:ext cx="337500" cy="3375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5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832394826" name="Bildplatzhalter Rechts Oben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237501" y="1195157"/>
            <a:ext cx="337500" cy="3375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4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162294332" name="Bildplatzhalter Links unten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298656" y="3383467"/>
            <a:ext cx="337500" cy="3375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3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661201987" name="Bildplatzhalter Links mitte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298656" y="2288294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716879998" name="Bildplatzhalter Links oben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298656" y="119312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Facts 8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92449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75166252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754116068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300125" y="1616815"/>
            <a:ext cx="1555602" cy="524620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960997772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310701" y="2144654"/>
            <a:ext cx="1555602" cy="448360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755085440" name="Gerader Verbinder 5"/>
          <p:cNvCxnSpPr/>
          <p:nvPr userDrawn="1"/>
        </p:nvCxnSpPr>
        <p:spPr bwMode="auto">
          <a:xfrm>
            <a:off x="1295400" y="2795034"/>
            <a:ext cx="749022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28842650" name="Textplatzhalter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223832" y="1616813"/>
            <a:ext cx="1563750" cy="506575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1779609210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223832" y="2144653"/>
            <a:ext cx="1563750" cy="455853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52479862" name="Textplatzhalter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275146" y="1616813"/>
            <a:ext cx="1548359" cy="506575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411845196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3283170" y="2144654"/>
            <a:ext cx="1556016" cy="448360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92211124" name="Textplatzhalter 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242924" y="1616813"/>
            <a:ext cx="1561488" cy="524620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2108307562" name="Textplatzhalter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256053" y="2144653"/>
            <a:ext cx="1561488" cy="455853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1705143236" name="Gerader Verbinder 7"/>
          <p:cNvCxnSpPr/>
          <p:nvPr userDrawn="1"/>
        </p:nvCxnSpPr>
        <p:spPr bwMode="auto">
          <a:xfrm>
            <a:off x="3068550" y="1092208"/>
            <a:ext cx="0" cy="339288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57365192" name="Gerader Verbinder 54"/>
          <p:cNvCxnSpPr/>
          <p:nvPr userDrawn="1"/>
        </p:nvCxnSpPr>
        <p:spPr bwMode="auto">
          <a:xfrm>
            <a:off x="5027095" y="1092208"/>
            <a:ext cx="0" cy="339288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463003" name="Gerader Verbinder 55"/>
          <p:cNvCxnSpPr/>
          <p:nvPr userDrawn="1"/>
        </p:nvCxnSpPr>
        <p:spPr bwMode="auto">
          <a:xfrm>
            <a:off x="7002112" y="1092206"/>
            <a:ext cx="0" cy="339288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6212092" name="Textplatzhalter 4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310701" y="3367676"/>
            <a:ext cx="1555602" cy="519660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564866002" name="Textplatzhalter 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310701" y="3912425"/>
            <a:ext cx="1555602" cy="439219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5941757" name="Textplatzhalter 4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282357" y="3367676"/>
            <a:ext cx="1556016" cy="519660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1305721602" name="Textplatzhalter 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282357" y="3912425"/>
            <a:ext cx="1556016" cy="439219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7772295" name="Textplatzhalter 4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5254427" y="3367676"/>
            <a:ext cx="1561488" cy="538170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1049947051" name="Textplatzhalter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5254427" y="3912425"/>
            <a:ext cx="1561488" cy="439219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96774755" name="Textplatzhalter 4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231970" y="3367676"/>
            <a:ext cx="1563750" cy="519660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Zahl hinzufügen</a:t>
            </a:r>
            <a:endParaRPr/>
          </a:p>
        </p:txBody>
      </p:sp>
      <p:sp>
        <p:nvSpPr>
          <p:cNvPr id="1992452156" name="Textplatzhalter 4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221394" y="3919584"/>
            <a:ext cx="1563750" cy="453106"/>
          </a:xfrm>
        </p:spPr>
        <p:txBody>
          <a:bodyPr anchor="t"/>
          <a:lstStyle>
            <a:lvl1pPr marL="0" indent="0">
              <a:lnSpc>
                <a:spcPct val="100000"/>
              </a:lnSpc>
              <a:buFontTx/>
              <a:buNone/>
              <a:defRPr sz="14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32627096" name="Bildplatzhalter Rechts unten"/>
          <p:cNvSpPr>
            <a:spLocks noGrp="1"/>
          </p:cNvSpPr>
          <p:nvPr>
            <p:ph type="pic" sz="quarter" idx="47" hasCustomPrompt="1"/>
          </p:nvPr>
        </p:nvSpPr>
        <p:spPr bwMode="auto">
          <a:xfrm>
            <a:off x="7221392" y="2943983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8 Bild klicken &gt; Mediaset</a:t>
            </a:r>
            <a:endParaRPr/>
          </a:p>
        </p:txBody>
      </p:sp>
      <p:sp>
        <p:nvSpPr>
          <p:cNvPr id="678828972" name="Bildplatzhalter 3 Spalte unten"/>
          <p:cNvSpPr>
            <a:spLocks noGrp="1"/>
          </p:cNvSpPr>
          <p:nvPr>
            <p:ph type="pic" sz="quarter" idx="44" hasCustomPrompt="1"/>
          </p:nvPr>
        </p:nvSpPr>
        <p:spPr bwMode="auto">
          <a:xfrm>
            <a:off x="5247636" y="2943983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7 Bild klicken &gt; Mediaset</a:t>
            </a:r>
            <a:endParaRPr/>
          </a:p>
        </p:txBody>
      </p:sp>
      <p:sp>
        <p:nvSpPr>
          <p:cNvPr id="1109721088" name="Bildplatzhalter 2 Spalte unten"/>
          <p:cNvSpPr>
            <a:spLocks noGrp="1"/>
          </p:cNvSpPr>
          <p:nvPr>
            <p:ph type="pic" sz="quarter" idx="41" hasCustomPrompt="1"/>
          </p:nvPr>
        </p:nvSpPr>
        <p:spPr bwMode="auto">
          <a:xfrm>
            <a:off x="3273881" y="2943983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1163008820" name="Bildplatzhalter Links unten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1300125" y="2943983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46214724" name="Bildplatzhalter Rechts oben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7223830" y="119312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009282635" name="Bildplatzhalter 3 Spalte oben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5249260" y="119312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371346744" name="Bildplatzhalter 2 Spalte oben"/>
          <p:cNvSpPr>
            <a:spLocks noGrp="1"/>
          </p:cNvSpPr>
          <p:nvPr>
            <p:ph type="pic" sz="quarter" idx="35" hasCustomPrompt="1"/>
          </p:nvPr>
        </p:nvSpPr>
        <p:spPr bwMode="auto">
          <a:xfrm>
            <a:off x="3274693" y="119312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928844291" name="Bildplatzhalter Links oben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300125" y="119312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zess 3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78000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996946636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074844333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04554" y="2582382"/>
            <a:ext cx="1718836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783228544" name="Textplatzhalter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313691" y="2582382"/>
            <a:ext cx="1718836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427940019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070028" y="2582382"/>
            <a:ext cx="1718836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cxnSp>
        <p:nvCxnSpPr>
          <p:cNvPr id="1691454293" name="Gerade Verbindung mit Pfeil 47"/>
          <p:cNvCxnSpPr/>
          <p:nvPr/>
        </p:nvCxnSpPr>
        <p:spPr bwMode="auto">
          <a:xfrm>
            <a:off x="5878707" y="1822801"/>
            <a:ext cx="1455461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64990953" name="Ellipse 49"/>
          <p:cNvSpPr/>
          <p:nvPr/>
        </p:nvSpPr>
        <p:spPr bwMode="auto">
          <a:xfrm>
            <a:off x="1768659" y="1334051"/>
            <a:ext cx="810000" cy="81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2067026772" name="Ellipse 51"/>
          <p:cNvSpPr/>
          <p:nvPr/>
        </p:nvSpPr>
        <p:spPr bwMode="auto">
          <a:xfrm>
            <a:off x="4773425" y="1334051"/>
            <a:ext cx="810000" cy="81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314408936" name="Ellipse 53"/>
          <p:cNvSpPr/>
          <p:nvPr/>
        </p:nvSpPr>
        <p:spPr bwMode="auto">
          <a:xfrm>
            <a:off x="7518626" y="1334051"/>
            <a:ext cx="810000" cy="81000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395174420" name="Textplatzhalt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841661" y="1536552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1</a:t>
            </a:r>
            <a:endParaRPr lang="de-CH"/>
          </a:p>
        </p:txBody>
      </p:sp>
      <p:sp>
        <p:nvSpPr>
          <p:cNvPr id="1116469623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849120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2</a:t>
            </a:r>
            <a:endParaRPr lang="de-CH"/>
          </a:p>
        </p:txBody>
      </p:sp>
      <p:sp>
        <p:nvSpPr>
          <p:cNvPr id="2135367399" name="Textplatzhalter 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594321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3</a:t>
            </a:r>
            <a:endParaRPr lang="de-CH"/>
          </a:p>
        </p:txBody>
      </p:sp>
      <p:cxnSp>
        <p:nvCxnSpPr>
          <p:cNvPr id="751313815" name="Gerade Verbindung mit Pfeil 20"/>
          <p:cNvCxnSpPr/>
          <p:nvPr userDrawn="1"/>
        </p:nvCxnSpPr>
        <p:spPr bwMode="auto">
          <a:xfrm>
            <a:off x="2850765" y="1822801"/>
            <a:ext cx="1455461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zess 4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43513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31611458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145710667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304554" y="2582382"/>
            <a:ext cx="1718836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704014974" name="Textplatzhalter 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7074603" y="2582382"/>
            <a:ext cx="1718836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071177935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27904" y="2582382"/>
            <a:ext cx="1718836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28460774" name="Textplatzhalter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51254" y="2571750"/>
            <a:ext cx="1718836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552177433" name="Gerade Verbindung mit Pfeil 6"/>
          <p:cNvCxnSpPr/>
          <p:nvPr userDrawn="1"/>
        </p:nvCxnSpPr>
        <p:spPr bwMode="auto">
          <a:xfrm>
            <a:off x="2714713" y="1822801"/>
            <a:ext cx="60244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49597581" name="Gerade Verbindung mit Pfeil 47"/>
          <p:cNvCxnSpPr/>
          <p:nvPr userDrawn="1"/>
        </p:nvCxnSpPr>
        <p:spPr bwMode="auto">
          <a:xfrm>
            <a:off x="4611784" y="1822801"/>
            <a:ext cx="60244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17239344" name="Gerade Verbindung mit Pfeil 48"/>
          <p:cNvCxnSpPr/>
          <p:nvPr userDrawn="1"/>
        </p:nvCxnSpPr>
        <p:spPr bwMode="auto">
          <a:xfrm>
            <a:off x="6831915" y="1822801"/>
            <a:ext cx="60244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9902598" name="Ellipse 49"/>
          <p:cNvSpPr/>
          <p:nvPr userDrawn="1"/>
        </p:nvSpPr>
        <p:spPr bwMode="auto">
          <a:xfrm>
            <a:off x="1762760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126454260" name="Ellipse 51"/>
          <p:cNvSpPr/>
          <p:nvPr userDrawn="1"/>
        </p:nvSpPr>
        <p:spPr bwMode="auto">
          <a:xfrm>
            <a:off x="3659885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993477842" name="Ellipse 53"/>
          <p:cNvSpPr/>
          <p:nvPr userDrawn="1"/>
        </p:nvSpPr>
        <p:spPr bwMode="auto">
          <a:xfrm>
            <a:off x="5562901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360332081" name="Ellipse 55"/>
          <p:cNvSpPr/>
          <p:nvPr userDrawn="1"/>
        </p:nvSpPr>
        <p:spPr bwMode="auto">
          <a:xfrm>
            <a:off x="7501319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873027690" name="Textplatzhalt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835762" y="1536552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1</a:t>
            </a:r>
            <a:endParaRPr lang="de-CH"/>
          </a:p>
        </p:txBody>
      </p:sp>
      <p:sp>
        <p:nvSpPr>
          <p:cNvPr id="355485489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735580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2</a:t>
            </a:r>
            <a:endParaRPr lang="de-CH"/>
          </a:p>
        </p:txBody>
      </p:sp>
      <p:sp>
        <p:nvSpPr>
          <p:cNvPr id="1871026101" name="Textplatzhalter 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638596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3</a:t>
            </a:r>
            <a:endParaRPr lang="de-CH"/>
          </a:p>
        </p:txBody>
      </p:sp>
      <p:sp>
        <p:nvSpPr>
          <p:cNvPr id="183622931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577014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4</a:t>
            </a:r>
            <a:endParaRPr lang="de-CH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zess Kreislauf 4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53837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566757537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511926266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965125" y="3381944"/>
            <a:ext cx="1820099" cy="1106712"/>
          </a:xfrm>
        </p:spPr>
        <p:txBody>
          <a:bodyPr anchor="t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975779039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965716" y="1108994"/>
            <a:ext cx="1819907" cy="1102763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69720170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073820" y="3391611"/>
            <a:ext cx="1840301" cy="1111276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3649602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073820" y="1104738"/>
            <a:ext cx="1819907" cy="1111276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630873702" name="Ellipse 34"/>
          <p:cNvSpPr/>
          <p:nvPr userDrawn="1"/>
        </p:nvSpPr>
        <p:spPr bwMode="auto">
          <a:xfrm>
            <a:off x="6175406" y="3627015"/>
            <a:ext cx="641290" cy="64129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2043615153" name="Ellipse 30"/>
          <p:cNvSpPr/>
          <p:nvPr userDrawn="1"/>
        </p:nvSpPr>
        <p:spPr bwMode="auto">
          <a:xfrm>
            <a:off x="6175406" y="1340299"/>
            <a:ext cx="641290" cy="64129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896131957" name="Ellipse 28"/>
          <p:cNvSpPr/>
          <p:nvPr userDrawn="1"/>
        </p:nvSpPr>
        <p:spPr bwMode="auto">
          <a:xfrm>
            <a:off x="1294491" y="3627015"/>
            <a:ext cx="641290" cy="64129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581555767" name="Ellipse 26"/>
          <p:cNvSpPr/>
          <p:nvPr userDrawn="1"/>
        </p:nvSpPr>
        <p:spPr bwMode="auto">
          <a:xfrm>
            <a:off x="1285852" y="1340894"/>
            <a:ext cx="641290" cy="64129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563727566" name="Bildplatzhalter 44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6326981" y="3778591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087221927" name="Bildplatzhalter 42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6326981" y="1491874"/>
            <a:ext cx="338138" cy="338138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02089211" name="Bildplatzhalter 40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1446067" y="3778591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805033391" name="Bildplatzhalter 38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1437427" y="1493065"/>
            <a:ext cx="338138" cy="336947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grpSp>
        <p:nvGrpSpPr>
          <p:cNvPr id="251555652" name="Group 4"/>
          <p:cNvGrpSpPr>
            <a:grpSpLocks noChangeAspect="1"/>
          </p:cNvGrpSpPr>
          <p:nvPr userDrawn="1"/>
        </p:nvGrpSpPr>
        <p:grpSpPr bwMode="auto">
          <a:xfrm>
            <a:off x="3834157" y="1602512"/>
            <a:ext cx="2370495" cy="2367208"/>
            <a:chOff x="1677" y="0"/>
            <a:chExt cx="4326" cy="4320"/>
          </a:xfrm>
        </p:grpSpPr>
        <p:sp>
          <p:nvSpPr>
            <p:cNvPr id="7" name="AutoShape 3"/>
            <p:cNvSpPr>
              <a:spLocks noChangeArrowheads="1" noChangeAspect="1" noTextEdit="1"/>
            </p:cNvSpPr>
            <p:nvPr userDrawn="1"/>
          </p:nvSpPr>
          <p:spPr bwMode="auto">
            <a:xfrm>
              <a:off x="1677" y="0"/>
              <a:ext cx="4326" cy="4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8" name="Freeform 5"/>
            <p:cNvSpPr/>
            <p:nvPr userDrawn="1"/>
          </p:nvSpPr>
          <p:spPr bwMode="auto">
            <a:xfrm>
              <a:off x="1859" y="-10"/>
              <a:ext cx="2119" cy="1742"/>
            </a:xfrm>
            <a:custGeom>
              <a:avLst/>
              <a:gdLst>
                <a:gd name="T0" fmla="*/ 904 w 1033"/>
                <a:gd name="T1" fmla="*/ 74 h 850"/>
                <a:gd name="T2" fmla="*/ 794 w 1033"/>
                <a:gd name="T3" fmla="*/ 10 h 850"/>
                <a:gd name="T4" fmla="*/ 754 w 1033"/>
                <a:gd name="T5" fmla="*/ 32 h 850"/>
                <a:gd name="T6" fmla="*/ 754 w 1033"/>
                <a:gd name="T7" fmla="*/ 96 h 850"/>
                <a:gd name="T8" fmla="*/ 1 w 1033"/>
                <a:gd name="T9" fmla="*/ 823 h 850"/>
                <a:gd name="T10" fmla="*/ 27 w 1033"/>
                <a:gd name="T11" fmla="*/ 850 h 850"/>
                <a:gd name="T12" fmla="*/ 95 w 1033"/>
                <a:gd name="T13" fmla="*/ 850 h 850"/>
                <a:gd name="T14" fmla="*/ 121 w 1033"/>
                <a:gd name="T15" fmla="*/ 826 h 850"/>
                <a:gd name="T16" fmla="*/ 754 w 1033"/>
                <a:gd name="T17" fmla="*/ 216 h 850"/>
                <a:gd name="T18" fmla="*/ 754 w 1033"/>
                <a:gd name="T19" fmla="*/ 288 h 850"/>
                <a:gd name="T20" fmla="*/ 794 w 1033"/>
                <a:gd name="T21" fmla="*/ 311 h 850"/>
                <a:gd name="T22" fmla="*/ 904 w 1033"/>
                <a:gd name="T23" fmla="*/ 247 h 850"/>
                <a:gd name="T24" fmla="*/ 1015 w 1033"/>
                <a:gd name="T25" fmla="*/ 183 h 850"/>
                <a:gd name="T26" fmla="*/ 1015 w 1033"/>
                <a:gd name="T27" fmla="*/ 138 h 850"/>
                <a:gd name="T28" fmla="*/ 904 w 1033"/>
                <a:gd name="T29" fmla="*/ 7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3" h="850" fill="norm" stroke="1" extrusionOk="0">
                  <a:moveTo>
                    <a:pt x="904" y="74"/>
                  </a:moveTo>
                  <a:cubicBezTo>
                    <a:pt x="794" y="10"/>
                    <a:pt x="794" y="10"/>
                    <a:pt x="794" y="10"/>
                  </a:cubicBezTo>
                  <a:cubicBezTo>
                    <a:pt x="776" y="0"/>
                    <a:pt x="754" y="12"/>
                    <a:pt x="754" y="32"/>
                  </a:cubicBezTo>
                  <a:cubicBezTo>
                    <a:pt x="754" y="96"/>
                    <a:pt x="754" y="96"/>
                    <a:pt x="754" y="96"/>
                  </a:cubicBezTo>
                  <a:cubicBezTo>
                    <a:pt x="347" y="96"/>
                    <a:pt x="15" y="419"/>
                    <a:pt x="1" y="823"/>
                  </a:cubicBezTo>
                  <a:cubicBezTo>
                    <a:pt x="0" y="838"/>
                    <a:pt x="12" y="850"/>
                    <a:pt x="27" y="850"/>
                  </a:cubicBezTo>
                  <a:cubicBezTo>
                    <a:pt x="95" y="850"/>
                    <a:pt x="95" y="850"/>
                    <a:pt x="95" y="850"/>
                  </a:cubicBezTo>
                  <a:cubicBezTo>
                    <a:pt x="109" y="850"/>
                    <a:pt x="121" y="839"/>
                    <a:pt x="121" y="826"/>
                  </a:cubicBezTo>
                  <a:cubicBezTo>
                    <a:pt x="136" y="511"/>
                    <a:pt x="428" y="216"/>
                    <a:pt x="754" y="216"/>
                  </a:cubicBezTo>
                  <a:cubicBezTo>
                    <a:pt x="754" y="288"/>
                    <a:pt x="754" y="288"/>
                    <a:pt x="754" y="288"/>
                  </a:cubicBezTo>
                  <a:cubicBezTo>
                    <a:pt x="754" y="308"/>
                    <a:pt x="776" y="321"/>
                    <a:pt x="794" y="311"/>
                  </a:cubicBezTo>
                  <a:cubicBezTo>
                    <a:pt x="904" y="247"/>
                    <a:pt x="904" y="247"/>
                    <a:pt x="904" y="247"/>
                  </a:cubicBezTo>
                  <a:cubicBezTo>
                    <a:pt x="1015" y="183"/>
                    <a:pt x="1015" y="183"/>
                    <a:pt x="1015" y="183"/>
                  </a:cubicBezTo>
                  <a:cubicBezTo>
                    <a:pt x="1033" y="173"/>
                    <a:pt x="1033" y="148"/>
                    <a:pt x="1015" y="138"/>
                  </a:cubicBezTo>
                  <a:lnTo>
                    <a:pt x="904" y="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9" name="Freeform 6"/>
            <p:cNvSpPr/>
            <p:nvPr userDrawn="1"/>
          </p:nvSpPr>
          <p:spPr bwMode="auto">
            <a:xfrm>
              <a:off x="4272" y="187"/>
              <a:ext cx="1742" cy="2117"/>
            </a:xfrm>
            <a:custGeom>
              <a:avLst/>
              <a:gdLst>
                <a:gd name="T0" fmla="*/ 754 w 850"/>
                <a:gd name="T1" fmla="*/ 754 h 1032"/>
                <a:gd name="T2" fmla="*/ 27 w 850"/>
                <a:gd name="T3" fmla="*/ 0 h 1032"/>
                <a:gd name="T4" fmla="*/ 0 w 850"/>
                <a:gd name="T5" fmla="*/ 26 h 1032"/>
                <a:gd name="T6" fmla="*/ 0 w 850"/>
                <a:gd name="T7" fmla="*/ 94 h 1032"/>
                <a:gd name="T8" fmla="*/ 24 w 850"/>
                <a:gd name="T9" fmla="*/ 120 h 1032"/>
                <a:gd name="T10" fmla="*/ 634 w 850"/>
                <a:gd name="T11" fmla="*/ 754 h 1032"/>
                <a:gd name="T12" fmla="*/ 562 w 850"/>
                <a:gd name="T13" fmla="*/ 754 h 1032"/>
                <a:gd name="T14" fmla="*/ 539 w 850"/>
                <a:gd name="T15" fmla="*/ 793 h 1032"/>
                <a:gd name="T16" fmla="*/ 603 w 850"/>
                <a:gd name="T17" fmla="*/ 904 h 1032"/>
                <a:gd name="T18" fmla="*/ 667 w 850"/>
                <a:gd name="T19" fmla="*/ 1014 h 1032"/>
                <a:gd name="T20" fmla="*/ 712 w 850"/>
                <a:gd name="T21" fmla="*/ 1014 h 1032"/>
                <a:gd name="T22" fmla="*/ 776 w 850"/>
                <a:gd name="T23" fmla="*/ 904 h 1032"/>
                <a:gd name="T24" fmla="*/ 840 w 850"/>
                <a:gd name="T25" fmla="*/ 793 h 1032"/>
                <a:gd name="T26" fmla="*/ 818 w 850"/>
                <a:gd name="T27" fmla="*/ 754 h 1032"/>
                <a:gd name="T28" fmla="*/ 754 w 850"/>
                <a:gd name="T29" fmla="*/ 754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0" h="1032" fill="norm" stroke="1" extrusionOk="0">
                  <a:moveTo>
                    <a:pt x="754" y="754"/>
                  </a:moveTo>
                  <a:cubicBezTo>
                    <a:pt x="754" y="346"/>
                    <a:pt x="431" y="14"/>
                    <a:pt x="27" y="0"/>
                  </a:cubicBezTo>
                  <a:cubicBezTo>
                    <a:pt x="12" y="0"/>
                    <a:pt x="0" y="11"/>
                    <a:pt x="0" y="26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108"/>
                    <a:pt x="11" y="120"/>
                    <a:pt x="24" y="120"/>
                  </a:cubicBezTo>
                  <a:cubicBezTo>
                    <a:pt x="339" y="135"/>
                    <a:pt x="634" y="427"/>
                    <a:pt x="634" y="754"/>
                  </a:cubicBezTo>
                  <a:cubicBezTo>
                    <a:pt x="562" y="754"/>
                    <a:pt x="562" y="754"/>
                    <a:pt x="562" y="754"/>
                  </a:cubicBezTo>
                  <a:cubicBezTo>
                    <a:pt x="542" y="754"/>
                    <a:pt x="529" y="775"/>
                    <a:pt x="539" y="793"/>
                  </a:cubicBezTo>
                  <a:cubicBezTo>
                    <a:pt x="603" y="904"/>
                    <a:pt x="603" y="904"/>
                    <a:pt x="603" y="904"/>
                  </a:cubicBezTo>
                  <a:cubicBezTo>
                    <a:pt x="667" y="1014"/>
                    <a:pt x="667" y="1014"/>
                    <a:pt x="667" y="1014"/>
                  </a:cubicBezTo>
                  <a:cubicBezTo>
                    <a:pt x="677" y="1032"/>
                    <a:pt x="702" y="1032"/>
                    <a:pt x="712" y="1014"/>
                  </a:cubicBezTo>
                  <a:cubicBezTo>
                    <a:pt x="776" y="904"/>
                    <a:pt x="776" y="904"/>
                    <a:pt x="776" y="904"/>
                  </a:cubicBezTo>
                  <a:cubicBezTo>
                    <a:pt x="840" y="793"/>
                    <a:pt x="840" y="793"/>
                    <a:pt x="840" y="793"/>
                  </a:cubicBezTo>
                  <a:cubicBezTo>
                    <a:pt x="850" y="775"/>
                    <a:pt x="838" y="754"/>
                    <a:pt x="818" y="754"/>
                  </a:cubicBezTo>
                  <a:lnTo>
                    <a:pt x="754" y="7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10" name="Freeform 7"/>
            <p:cNvSpPr/>
            <p:nvPr userDrawn="1"/>
          </p:nvSpPr>
          <p:spPr bwMode="auto">
            <a:xfrm>
              <a:off x="3699" y="2591"/>
              <a:ext cx="2119" cy="1742"/>
            </a:xfrm>
            <a:custGeom>
              <a:avLst/>
              <a:gdLst>
                <a:gd name="T0" fmla="*/ 912 w 1033"/>
                <a:gd name="T1" fmla="*/ 24 h 850"/>
                <a:gd name="T2" fmla="*/ 279 w 1033"/>
                <a:gd name="T3" fmla="*/ 634 h 850"/>
                <a:gd name="T4" fmla="*/ 279 w 1033"/>
                <a:gd name="T5" fmla="*/ 562 h 850"/>
                <a:gd name="T6" fmla="*/ 239 w 1033"/>
                <a:gd name="T7" fmla="*/ 539 h 850"/>
                <a:gd name="T8" fmla="*/ 129 w 1033"/>
                <a:gd name="T9" fmla="*/ 603 h 850"/>
                <a:gd name="T10" fmla="*/ 18 w 1033"/>
                <a:gd name="T11" fmla="*/ 667 h 850"/>
                <a:gd name="T12" fmla="*/ 18 w 1033"/>
                <a:gd name="T13" fmla="*/ 712 h 850"/>
                <a:gd name="T14" fmla="*/ 129 w 1033"/>
                <a:gd name="T15" fmla="*/ 776 h 850"/>
                <a:gd name="T16" fmla="*/ 239 w 1033"/>
                <a:gd name="T17" fmla="*/ 840 h 850"/>
                <a:gd name="T18" fmla="*/ 279 w 1033"/>
                <a:gd name="T19" fmla="*/ 818 h 850"/>
                <a:gd name="T20" fmla="*/ 279 w 1033"/>
                <a:gd name="T21" fmla="*/ 754 h 850"/>
                <a:gd name="T22" fmla="*/ 1032 w 1033"/>
                <a:gd name="T23" fmla="*/ 27 h 850"/>
                <a:gd name="T24" fmla="*/ 1006 w 1033"/>
                <a:gd name="T25" fmla="*/ 0 h 850"/>
                <a:gd name="T26" fmla="*/ 938 w 1033"/>
                <a:gd name="T27" fmla="*/ 0 h 850"/>
                <a:gd name="T28" fmla="*/ 912 w 1033"/>
                <a:gd name="T29" fmla="*/ 2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3" h="850" fill="norm" stroke="1" extrusionOk="0">
                  <a:moveTo>
                    <a:pt x="912" y="24"/>
                  </a:moveTo>
                  <a:cubicBezTo>
                    <a:pt x="897" y="339"/>
                    <a:pt x="605" y="634"/>
                    <a:pt x="279" y="634"/>
                  </a:cubicBezTo>
                  <a:cubicBezTo>
                    <a:pt x="279" y="562"/>
                    <a:pt x="279" y="562"/>
                    <a:pt x="279" y="562"/>
                  </a:cubicBezTo>
                  <a:cubicBezTo>
                    <a:pt x="279" y="542"/>
                    <a:pt x="257" y="529"/>
                    <a:pt x="239" y="539"/>
                  </a:cubicBezTo>
                  <a:cubicBezTo>
                    <a:pt x="129" y="603"/>
                    <a:pt x="129" y="603"/>
                    <a:pt x="129" y="603"/>
                  </a:cubicBezTo>
                  <a:cubicBezTo>
                    <a:pt x="18" y="667"/>
                    <a:pt x="18" y="667"/>
                    <a:pt x="18" y="667"/>
                  </a:cubicBezTo>
                  <a:cubicBezTo>
                    <a:pt x="0" y="677"/>
                    <a:pt x="0" y="702"/>
                    <a:pt x="18" y="712"/>
                  </a:cubicBezTo>
                  <a:cubicBezTo>
                    <a:pt x="129" y="776"/>
                    <a:pt x="129" y="776"/>
                    <a:pt x="129" y="776"/>
                  </a:cubicBezTo>
                  <a:cubicBezTo>
                    <a:pt x="239" y="840"/>
                    <a:pt x="239" y="840"/>
                    <a:pt x="239" y="840"/>
                  </a:cubicBezTo>
                  <a:cubicBezTo>
                    <a:pt x="257" y="850"/>
                    <a:pt x="279" y="838"/>
                    <a:pt x="279" y="818"/>
                  </a:cubicBezTo>
                  <a:cubicBezTo>
                    <a:pt x="279" y="754"/>
                    <a:pt x="279" y="754"/>
                    <a:pt x="279" y="754"/>
                  </a:cubicBezTo>
                  <a:cubicBezTo>
                    <a:pt x="686" y="754"/>
                    <a:pt x="1018" y="431"/>
                    <a:pt x="1032" y="27"/>
                  </a:cubicBezTo>
                  <a:cubicBezTo>
                    <a:pt x="1033" y="12"/>
                    <a:pt x="1021" y="0"/>
                    <a:pt x="1006" y="0"/>
                  </a:cubicBezTo>
                  <a:cubicBezTo>
                    <a:pt x="938" y="0"/>
                    <a:pt x="938" y="0"/>
                    <a:pt x="938" y="0"/>
                  </a:cubicBezTo>
                  <a:cubicBezTo>
                    <a:pt x="924" y="0"/>
                    <a:pt x="912" y="11"/>
                    <a:pt x="912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11" name="Freeform 8"/>
            <p:cNvSpPr/>
            <p:nvPr userDrawn="1"/>
          </p:nvSpPr>
          <p:spPr bwMode="auto">
            <a:xfrm>
              <a:off x="1663" y="2020"/>
              <a:ext cx="1742" cy="2117"/>
            </a:xfrm>
            <a:custGeom>
              <a:avLst/>
              <a:gdLst>
                <a:gd name="T0" fmla="*/ 216 w 850"/>
                <a:gd name="T1" fmla="*/ 278 h 1032"/>
                <a:gd name="T2" fmla="*/ 288 w 850"/>
                <a:gd name="T3" fmla="*/ 278 h 1032"/>
                <a:gd name="T4" fmla="*/ 311 w 850"/>
                <a:gd name="T5" fmla="*/ 239 h 1032"/>
                <a:gd name="T6" fmla="*/ 247 w 850"/>
                <a:gd name="T7" fmla="*/ 128 h 1032"/>
                <a:gd name="T8" fmla="*/ 183 w 850"/>
                <a:gd name="T9" fmla="*/ 18 h 1032"/>
                <a:gd name="T10" fmla="*/ 138 w 850"/>
                <a:gd name="T11" fmla="*/ 18 h 1032"/>
                <a:gd name="T12" fmla="*/ 74 w 850"/>
                <a:gd name="T13" fmla="*/ 128 h 1032"/>
                <a:gd name="T14" fmla="*/ 10 w 850"/>
                <a:gd name="T15" fmla="*/ 239 h 1032"/>
                <a:gd name="T16" fmla="*/ 32 w 850"/>
                <a:gd name="T17" fmla="*/ 278 h 1032"/>
                <a:gd name="T18" fmla="*/ 96 w 850"/>
                <a:gd name="T19" fmla="*/ 278 h 1032"/>
                <a:gd name="T20" fmla="*/ 823 w 850"/>
                <a:gd name="T21" fmla="*/ 1032 h 1032"/>
                <a:gd name="T22" fmla="*/ 850 w 850"/>
                <a:gd name="T23" fmla="*/ 1006 h 1032"/>
                <a:gd name="T24" fmla="*/ 850 w 850"/>
                <a:gd name="T25" fmla="*/ 938 h 1032"/>
                <a:gd name="T26" fmla="*/ 826 w 850"/>
                <a:gd name="T27" fmla="*/ 912 h 1032"/>
                <a:gd name="T28" fmla="*/ 216 w 850"/>
                <a:gd name="T29" fmla="*/ 27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0" h="1032" fill="norm" stroke="1" extrusionOk="0">
                  <a:moveTo>
                    <a:pt x="216" y="278"/>
                  </a:moveTo>
                  <a:cubicBezTo>
                    <a:pt x="288" y="278"/>
                    <a:pt x="288" y="278"/>
                    <a:pt x="288" y="278"/>
                  </a:cubicBezTo>
                  <a:cubicBezTo>
                    <a:pt x="308" y="278"/>
                    <a:pt x="321" y="257"/>
                    <a:pt x="311" y="239"/>
                  </a:cubicBezTo>
                  <a:cubicBezTo>
                    <a:pt x="247" y="128"/>
                    <a:pt x="247" y="128"/>
                    <a:pt x="247" y="128"/>
                  </a:cubicBezTo>
                  <a:cubicBezTo>
                    <a:pt x="183" y="18"/>
                    <a:pt x="183" y="18"/>
                    <a:pt x="183" y="18"/>
                  </a:cubicBezTo>
                  <a:cubicBezTo>
                    <a:pt x="173" y="0"/>
                    <a:pt x="148" y="0"/>
                    <a:pt x="138" y="18"/>
                  </a:cubicBezTo>
                  <a:cubicBezTo>
                    <a:pt x="74" y="128"/>
                    <a:pt x="74" y="128"/>
                    <a:pt x="74" y="128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0" y="257"/>
                    <a:pt x="1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686"/>
                    <a:pt x="419" y="1018"/>
                    <a:pt x="823" y="1032"/>
                  </a:cubicBezTo>
                  <a:cubicBezTo>
                    <a:pt x="838" y="1032"/>
                    <a:pt x="850" y="1021"/>
                    <a:pt x="850" y="1006"/>
                  </a:cubicBezTo>
                  <a:cubicBezTo>
                    <a:pt x="850" y="938"/>
                    <a:pt x="850" y="938"/>
                    <a:pt x="850" y="938"/>
                  </a:cubicBezTo>
                  <a:cubicBezTo>
                    <a:pt x="850" y="924"/>
                    <a:pt x="839" y="912"/>
                    <a:pt x="826" y="912"/>
                  </a:cubicBezTo>
                  <a:cubicBezTo>
                    <a:pt x="511" y="897"/>
                    <a:pt x="216" y="605"/>
                    <a:pt x="216" y="2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Angebot 4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55233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68924348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245900233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311387" y="2517220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879926217" name="Textplatzhalter 4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3232459" y="2517218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567175983" name="Textplatzhalter 4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5157075" y="2517218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195466910" name="Textplatzhalter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067514" y="2517218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248520249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311385" y="3205715"/>
            <a:ext cx="1718836" cy="1234975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DE"/>
          </a:p>
          <a:p>
            <a:pPr lvl="0">
              <a:defRPr/>
            </a:pPr>
            <a:endParaRPr lang="de-CH"/>
          </a:p>
        </p:txBody>
      </p:sp>
      <p:sp>
        <p:nvSpPr>
          <p:cNvPr id="2011871727" name="Textplatzhalter 4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3232459" y="3205715"/>
            <a:ext cx="1718836" cy="12349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017560684" name="Textplatzhalter 4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5153531" y="3205715"/>
            <a:ext cx="1718836" cy="12349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2040428495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063970" y="3205715"/>
            <a:ext cx="1718836" cy="1234975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462303825" name="Textplatzhalter 1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769593" y="1334051"/>
            <a:ext cx="810000" cy="81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553265892" name="Textplatzhalter 14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680168" y="1334051"/>
            <a:ext cx="810000" cy="81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760969903" name="Textplatzhalter 14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5590743" y="1334051"/>
            <a:ext cx="810000" cy="81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64876800" name="Textplatzhalter 1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01319" y="1334051"/>
            <a:ext cx="810000" cy="81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023597555" name="Bildplatzhalter 4"/>
          <p:cNvSpPr>
            <a:spLocks noGrp="1"/>
          </p:cNvSpPr>
          <p:nvPr>
            <p:ph type="pic" sz="quarter" idx="47" hasCustomPrompt="1"/>
          </p:nvPr>
        </p:nvSpPr>
        <p:spPr bwMode="auto">
          <a:xfrm>
            <a:off x="7703819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892267597" name="Bildplatzhalter 4"/>
          <p:cNvSpPr>
            <a:spLocks noGrp="1"/>
          </p:cNvSpPr>
          <p:nvPr>
            <p:ph type="pic" sz="quarter" idx="48" hasCustomPrompt="1"/>
          </p:nvPr>
        </p:nvSpPr>
        <p:spPr bwMode="auto">
          <a:xfrm>
            <a:off x="5793243" y="1536551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3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17262845" name="Bildplatzhalter 4"/>
          <p:cNvSpPr>
            <a:spLocks noGrp="1"/>
          </p:cNvSpPr>
          <p:nvPr>
            <p:ph type="pic" sz="quarter" idx="49" hasCustomPrompt="1"/>
          </p:nvPr>
        </p:nvSpPr>
        <p:spPr bwMode="auto">
          <a:xfrm>
            <a:off x="3882668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513865431" name="Bildplatzhalter 4"/>
          <p:cNvSpPr>
            <a:spLocks noGrp="1"/>
          </p:cNvSpPr>
          <p:nvPr>
            <p:ph type="pic" sz="quarter" idx="50" hasCustomPrompt="1"/>
          </p:nvPr>
        </p:nvSpPr>
        <p:spPr bwMode="auto">
          <a:xfrm>
            <a:off x="1972093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Angebot 4 Punkte, 4 Farb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29115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389410027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540274868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311387" y="3205713"/>
            <a:ext cx="1718836" cy="1234977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DE"/>
          </a:p>
          <a:p>
            <a:pPr lvl="0">
              <a:defRPr/>
            </a:pPr>
            <a:endParaRPr lang="de-CH"/>
          </a:p>
        </p:txBody>
      </p:sp>
      <p:sp>
        <p:nvSpPr>
          <p:cNvPr id="1393257771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32459" y="3205715"/>
            <a:ext cx="1718836" cy="12349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2101524635" name="Textplatzhalter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153531" y="3205715"/>
            <a:ext cx="1718836" cy="12349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732198661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063970" y="3205715"/>
            <a:ext cx="1718836" cy="123497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99385408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311387" y="2517220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002296177" name="Textplatzhalter 4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3232459" y="2517218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638174589" name="Textplatzhalter 4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5157075" y="2517218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567900911" name="Textplatzhalter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067514" y="2517218"/>
            <a:ext cx="1715292" cy="635522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217066550" name="Textplatzhalter 1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769593" y="1334051"/>
            <a:ext cx="810000" cy="81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782089904" name="Textplatzhalter 14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680168" y="1334051"/>
            <a:ext cx="810000" cy="81000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220554790" name="Textplatzhalter 14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5590743" y="1334051"/>
            <a:ext cx="810000" cy="8100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594866401" name="Textplatzhalter 1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01319" y="1334051"/>
            <a:ext cx="810000" cy="81000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87816186" name="Bildplatzhalter 4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7703819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6609367" name="Bildplatzhalter 4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793243" y="1536551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3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1097274628" name="Bildplatzhalter 4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3882668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118711305" name="Bildplatzhalter 4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1972093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Bereiche 5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72591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897753644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460440029" name="Ellipse 31"/>
          <p:cNvSpPr/>
          <p:nvPr userDrawn="1"/>
        </p:nvSpPr>
        <p:spPr bwMode="auto">
          <a:xfrm>
            <a:off x="1550319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632959924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295400" y="3391785"/>
            <a:ext cx="1300316" cy="1096871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287041564" name="Textplatzhalter 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843747" y="3391784"/>
            <a:ext cx="1300316" cy="1096872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803741672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92094" y="3391784"/>
            <a:ext cx="1300316" cy="1096872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99360989" name="Textplatzhalter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40441" y="3391784"/>
            <a:ext cx="1300316" cy="1096872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873247584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488790" y="3391784"/>
            <a:ext cx="1300316" cy="1096872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726229411" name="Ellipse 25"/>
          <p:cNvSpPr/>
          <p:nvPr userDrawn="1"/>
        </p:nvSpPr>
        <p:spPr bwMode="auto">
          <a:xfrm>
            <a:off x="3099007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858275801" name="Ellipse 27"/>
          <p:cNvSpPr/>
          <p:nvPr userDrawn="1"/>
        </p:nvSpPr>
        <p:spPr bwMode="auto">
          <a:xfrm>
            <a:off x="4647697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72716989" name="Ellipse 29"/>
          <p:cNvSpPr/>
          <p:nvPr userDrawn="1"/>
        </p:nvSpPr>
        <p:spPr bwMode="auto">
          <a:xfrm>
            <a:off x="6196386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296579392" name="Ellipse 32"/>
          <p:cNvSpPr/>
          <p:nvPr userDrawn="1"/>
        </p:nvSpPr>
        <p:spPr bwMode="auto">
          <a:xfrm>
            <a:off x="7745076" y="1334051"/>
            <a:ext cx="810000" cy="81000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744281055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95399" y="2571750"/>
            <a:ext cx="1300315" cy="69059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</p:txBody>
      </p:sp>
      <p:sp>
        <p:nvSpPr>
          <p:cNvPr id="1102099127" name="Textplatzhalter 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843749" y="2571750"/>
            <a:ext cx="1300315" cy="69059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829595513" name="Textplatzhalter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392095" y="2571750"/>
            <a:ext cx="1300315" cy="69059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311227366" name="Textplatzhalter 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940437" y="2571750"/>
            <a:ext cx="1300315" cy="69059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407873350" name="Textplatzhalter 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88783" y="2571750"/>
            <a:ext cx="1300315" cy="69059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550959589" name="Bildplatzhalter 4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7947576" y="1536551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5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535579234" name="Bildplatzhalter 4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6398886" y="1536551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55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4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701847537" name="Bildplatzhalter 4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4850197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815742754" name="Bildplatzhalter 4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3301507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855333230" name="Bildplatzhalter 4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1752819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dukte 3 Punkte Rahm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9124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000836249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848134750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500637" y="2583706"/>
            <a:ext cx="1720601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785182216" name="Abgerundetes Rechteck 9"/>
          <p:cNvSpPr/>
          <p:nvPr userDrawn="1"/>
        </p:nvSpPr>
        <p:spPr bwMode="auto">
          <a:xfrm>
            <a:off x="1295400" y="1087041"/>
            <a:ext cx="2182856" cy="3401615"/>
          </a:xfrm>
          <a:prstGeom prst="roundRect">
            <a:avLst>
              <a:gd name="adj" fmla="val 7014"/>
            </a:avLst>
          </a:prstGeom>
          <a:noFill/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497388522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796221" y="2583706"/>
            <a:ext cx="1720601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065962117" name="Abgerundetes Rechteck 14"/>
          <p:cNvSpPr/>
          <p:nvPr userDrawn="1"/>
        </p:nvSpPr>
        <p:spPr bwMode="auto">
          <a:xfrm>
            <a:off x="6590985" y="1087041"/>
            <a:ext cx="2182856" cy="3401615"/>
          </a:xfrm>
          <a:prstGeom prst="roundRect">
            <a:avLst>
              <a:gd name="adj" fmla="val 7014"/>
            </a:avLst>
          </a:prstGeom>
          <a:noFill/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367932145" name="Textplatzhalt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148429" y="2583706"/>
            <a:ext cx="1720601" cy="1735697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222024728" name="Abgerundetes Rechteck 17"/>
          <p:cNvSpPr/>
          <p:nvPr userDrawn="1"/>
        </p:nvSpPr>
        <p:spPr bwMode="auto">
          <a:xfrm>
            <a:off x="3943192" y="1087041"/>
            <a:ext cx="2182856" cy="3401615"/>
          </a:xfrm>
          <a:prstGeom prst="roundRect">
            <a:avLst>
              <a:gd name="adj" fmla="val 7014"/>
            </a:avLst>
          </a:prstGeom>
          <a:noFill/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324298197" name="Bildplatzhalt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7391168" y="1530120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599916778" name="Bildplatzhalt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741270" y="1530120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127344256" name="Bildplatzhalter 7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2091372" y="1530120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dukte 3 Punkte Fläche Pfei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35276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887168534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140085721" name="Freihandform 23"/>
          <p:cNvSpPr>
            <a:spLocks noChangeAspect="1"/>
          </p:cNvSpPr>
          <p:nvPr userDrawn="1"/>
        </p:nvSpPr>
        <p:spPr bwMode="auto">
          <a:xfrm rot="2700000">
            <a:off x="559574" y="825496"/>
            <a:ext cx="3782080" cy="3782079"/>
          </a:xfrm>
          <a:custGeom>
            <a:avLst/>
            <a:gdLst>
              <a:gd name="connsiteX0" fmla="*/ 66489 w 5307560"/>
              <a:gd name="connsiteY0" fmla="*/ 2033997 h 5307559"/>
              <a:gd name="connsiteX1" fmla="*/ 2033997 w 5307560"/>
              <a:gd name="connsiteY1" fmla="*/ 66489 h 5307559"/>
              <a:gd name="connsiteX2" fmla="*/ 2355035 w 5307560"/>
              <a:gd name="connsiteY2" fmla="*/ 66489 h 5307559"/>
              <a:gd name="connsiteX3" fmla="*/ 3698446 w 5307560"/>
              <a:gd name="connsiteY3" fmla="*/ 1409900 h 5307559"/>
              <a:gd name="connsiteX4" fmla="*/ 3700852 w 5307560"/>
              <a:gd name="connsiteY4" fmla="*/ 1408903 h 5307559"/>
              <a:gd name="connsiteX5" fmla="*/ 3859094 w 5307560"/>
              <a:gd name="connsiteY5" fmla="*/ 1408903 h 5307559"/>
              <a:gd name="connsiteX6" fmla="*/ 3898656 w 5307560"/>
              <a:gd name="connsiteY6" fmla="*/ 1448465 h 5307559"/>
              <a:gd name="connsiteX7" fmla="*/ 3898656 w 5307560"/>
              <a:gd name="connsiteY7" fmla="*/ 1606707 h 5307559"/>
              <a:gd name="connsiteX8" fmla="*/ 3897659 w 5307560"/>
              <a:gd name="connsiteY8" fmla="*/ 1609113 h 5307559"/>
              <a:gd name="connsiteX9" fmla="*/ 5241071 w 5307560"/>
              <a:gd name="connsiteY9" fmla="*/ 2952525 h 5307559"/>
              <a:gd name="connsiteX10" fmla="*/ 5241071 w 5307560"/>
              <a:gd name="connsiteY10" fmla="*/ 3273563 h 5307559"/>
              <a:gd name="connsiteX11" fmla="*/ 3273563 w 5307560"/>
              <a:gd name="connsiteY11" fmla="*/ 5241070 h 5307559"/>
              <a:gd name="connsiteX12" fmla="*/ 2952525 w 5307560"/>
              <a:gd name="connsiteY12" fmla="*/ 5241070 h 5307559"/>
              <a:gd name="connsiteX13" fmla="*/ 66489 w 5307560"/>
              <a:gd name="connsiteY13" fmla="*/ 2355035 h 5307559"/>
              <a:gd name="connsiteX14" fmla="*/ 66489 w 5307560"/>
              <a:gd name="connsiteY14" fmla="*/ 2033997 h 530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07560" h="5307559" fill="norm" stroke="1" extrusionOk="0">
                <a:moveTo>
                  <a:pt x="66489" y="2033997"/>
                </a:moveTo>
                <a:lnTo>
                  <a:pt x="2033997" y="66489"/>
                </a:lnTo>
                <a:cubicBezTo>
                  <a:pt x="2122649" y="-22163"/>
                  <a:pt x="2266383" y="-22163"/>
                  <a:pt x="2355035" y="66489"/>
                </a:cubicBezTo>
                <a:lnTo>
                  <a:pt x="3698446" y="1409900"/>
                </a:lnTo>
                <a:lnTo>
                  <a:pt x="3700852" y="1408903"/>
                </a:lnTo>
                <a:lnTo>
                  <a:pt x="3859094" y="1408903"/>
                </a:lnTo>
                <a:cubicBezTo>
                  <a:pt x="3880943" y="1408903"/>
                  <a:pt x="3898656" y="1426616"/>
                  <a:pt x="3898656" y="1448465"/>
                </a:cubicBezTo>
                <a:lnTo>
                  <a:pt x="3898656" y="1606707"/>
                </a:lnTo>
                <a:lnTo>
                  <a:pt x="3897659" y="1609113"/>
                </a:lnTo>
                <a:lnTo>
                  <a:pt x="5241071" y="2952525"/>
                </a:lnTo>
                <a:cubicBezTo>
                  <a:pt x="5329723" y="3041177"/>
                  <a:pt x="5329723" y="3184911"/>
                  <a:pt x="5241071" y="3273563"/>
                </a:cubicBezTo>
                <a:lnTo>
                  <a:pt x="3273563" y="5241070"/>
                </a:lnTo>
                <a:cubicBezTo>
                  <a:pt x="3184911" y="5329722"/>
                  <a:pt x="3041177" y="5329722"/>
                  <a:pt x="2952525" y="5241070"/>
                </a:cubicBezTo>
                <a:lnTo>
                  <a:pt x="66489" y="2355035"/>
                </a:lnTo>
                <a:cubicBezTo>
                  <a:pt x="-22163" y="2266382"/>
                  <a:pt x="-22163" y="2122649"/>
                  <a:pt x="66489" y="2033997"/>
                </a:cubicBezTo>
                <a:close/>
              </a:path>
            </a:pathLst>
          </a:custGeom>
          <a:solidFill>
            <a:srgbClr val="3366CC">
              <a:alpha val="8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691079210" name="Freihandform 24"/>
          <p:cNvSpPr>
            <a:spLocks noChangeAspect="1"/>
          </p:cNvSpPr>
          <p:nvPr userDrawn="1"/>
        </p:nvSpPr>
        <p:spPr bwMode="auto">
          <a:xfrm rot="2700000">
            <a:off x="3148512" y="799558"/>
            <a:ext cx="3783601" cy="3783600"/>
          </a:xfrm>
          <a:custGeom>
            <a:avLst/>
            <a:gdLst>
              <a:gd name="connsiteX0" fmla="*/ 66489 w 5307560"/>
              <a:gd name="connsiteY0" fmla="*/ 2033997 h 5307559"/>
              <a:gd name="connsiteX1" fmla="*/ 2033997 w 5307560"/>
              <a:gd name="connsiteY1" fmla="*/ 66489 h 5307559"/>
              <a:gd name="connsiteX2" fmla="*/ 2355035 w 5307560"/>
              <a:gd name="connsiteY2" fmla="*/ 66489 h 5307559"/>
              <a:gd name="connsiteX3" fmla="*/ 3698446 w 5307560"/>
              <a:gd name="connsiteY3" fmla="*/ 1409900 h 5307559"/>
              <a:gd name="connsiteX4" fmla="*/ 3700852 w 5307560"/>
              <a:gd name="connsiteY4" fmla="*/ 1408903 h 5307559"/>
              <a:gd name="connsiteX5" fmla="*/ 3859094 w 5307560"/>
              <a:gd name="connsiteY5" fmla="*/ 1408903 h 5307559"/>
              <a:gd name="connsiteX6" fmla="*/ 3898656 w 5307560"/>
              <a:gd name="connsiteY6" fmla="*/ 1448465 h 5307559"/>
              <a:gd name="connsiteX7" fmla="*/ 3898656 w 5307560"/>
              <a:gd name="connsiteY7" fmla="*/ 1606707 h 5307559"/>
              <a:gd name="connsiteX8" fmla="*/ 3897659 w 5307560"/>
              <a:gd name="connsiteY8" fmla="*/ 1609113 h 5307559"/>
              <a:gd name="connsiteX9" fmla="*/ 5241071 w 5307560"/>
              <a:gd name="connsiteY9" fmla="*/ 2952525 h 5307559"/>
              <a:gd name="connsiteX10" fmla="*/ 5241071 w 5307560"/>
              <a:gd name="connsiteY10" fmla="*/ 3273563 h 5307559"/>
              <a:gd name="connsiteX11" fmla="*/ 3273563 w 5307560"/>
              <a:gd name="connsiteY11" fmla="*/ 5241070 h 5307559"/>
              <a:gd name="connsiteX12" fmla="*/ 2952525 w 5307560"/>
              <a:gd name="connsiteY12" fmla="*/ 5241070 h 5307559"/>
              <a:gd name="connsiteX13" fmla="*/ 66489 w 5307560"/>
              <a:gd name="connsiteY13" fmla="*/ 2355035 h 5307559"/>
              <a:gd name="connsiteX14" fmla="*/ 66489 w 5307560"/>
              <a:gd name="connsiteY14" fmla="*/ 2033997 h 530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07560" h="5307559" fill="norm" stroke="1" extrusionOk="0">
                <a:moveTo>
                  <a:pt x="66489" y="2033997"/>
                </a:moveTo>
                <a:lnTo>
                  <a:pt x="2033997" y="66489"/>
                </a:lnTo>
                <a:cubicBezTo>
                  <a:pt x="2122649" y="-22163"/>
                  <a:pt x="2266383" y="-22163"/>
                  <a:pt x="2355035" y="66489"/>
                </a:cubicBezTo>
                <a:lnTo>
                  <a:pt x="3698446" y="1409900"/>
                </a:lnTo>
                <a:lnTo>
                  <a:pt x="3700852" y="1408903"/>
                </a:lnTo>
                <a:lnTo>
                  <a:pt x="3859094" y="1408903"/>
                </a:lnTo>
                <a:cubicBezTo>
                  <a:pt x="3880943" y="1408903"/>
                  <a:pt x="3898656" y="1426616"/>
                  <a:pt x="3898656" y="1448465"/>
                </a:cubicBezTo>
                <a:lnTo>
                  <a:pt x="3898656" y="1606707"/>
                </a:lnTo>
                <a:lnTo>
                  <a:pt x="3897659" y="1609113"/>
                </a:lnTo>
                <a:lnTo>
                  <a:pt x="5241071" y="2952525"/>
                </a:lnTo>
                <a:cubicBezTo>
                  <a:pt x="5329723" y="3041177"/>
                  <a:pt x="5329723" y="3184911"/>
                  <a:pt x="5241071" y="3273563"/>
                </a:cubicBezTo>
                <a:lnTo>
                  <a:pt x="3273563" y="5241070"/>
                </a:lnTo>
                <a:cubicBezTo>
                  <a:pt x="3184911" y="5329722"/>
                  <a:pt x="3041177" y="5329722"/>
                  <a:pt x="2952525" y="5241070"/>
                </a:cubicBezTo>
                <a:lnTo>
                  <a:pt x="66489" y="2355035"/>
                </a:lnTo>
                <a:cubicBezTo>
                  <a:pt x="-22163" y="2266382"/>
                  <a:pt x="-22163" y="2122649"/>
                  <a:pt x="66489" y="2033997"/>
                </a:cubicBezTo>
                <a:close/>
              </a:path>
            </a:pathLst>
          </a:custGeom>
          <a:solidFill>
            <a:srgbClr val="58585A">
              <a:alpha val="8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1281088150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509923" y="2583706"/>
            <a:ext cx="1913334" cy="157894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898313687" name="Abgerundetes Rechteck 14"/>
          <p:cNvSpPr>
            <a:spLocks noChangeAspect="1"/>
          </p:cNvSpPr>
          <p:nvPr userDrawn="1"/>
        </p:nvSpPr>
        <p:spPr bwMode="auto">
          <a:xfrm>
            <a:off x="6346471" y="1087040"/>
            <a:ext cx="2440488" cy="3232363"/>
          </a:xfrm>
          <a:prstGeom prst="roundRect">
            <a:avLst>
              <a:gd name="adj" fmla="val 7014"/>
            </a:avLst>
          </a:prstGeom>
          <a:solidFill>
            <a:srgbClr val="1FA3B7">
              <a:alpha val="8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Times"/>
            </a:endParaRPr>
          </a:p>
        </p:txBody>
      </p:sp>
      <p:sp>
        <p:nvSpPr>
          <p:cNvPr id="876895100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603489" y="2583706"/>
            <a:ext cx="1913334" cy="157894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54709625" name="Textplatzhalt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99236" y="2583706"/>
            <a:ext cx="1913334" cy="1578941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075918108" name="Bildplatzhalt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7290156" y="1530120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606532816" name="Bildplatzhalt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743373" y="1530120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077421497" name="Bildplatzhalter 7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2196590" y="1530120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Zahlen 3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84850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24710643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979466233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310454" y="3031160"/>
            <a:ext cx="1913334" cy="1276286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201684989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863056" y="3031159"/>
            <a:ext cx="1913334" cy="1288244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135687507" name="Ellipse 3"/>
          <p:cNvSpPr/>
          <p:nvPr userDrawn="1"/>
        </p:nvSpPr>
        <p:spPr bwMode="auto">
          <a:xfrm>
            <a:off x="1759992" y="1299610"/>
            <a:ext cx="1076062" cy="1076062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021177797" name="Gerader Verbinder 6"/>
          <p:cNvCxnSpPr/>
          <p:nvPr userDrawn="1"/>
        </p:nvCxnSpPr>
        <p:spPr bwMode="auto">
          <a:xfrm>
            <a:off x="3722667" y="1087428"/>
            <a:ext cx="0" cy="32319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2179215" name="Gerader Verbinder 18"/>
          <p:cNvCxnSpPr/>
          <p:nvPr userDrawn="1"/>
        </p:nvCxnSpPr>
        <p:spPr bwMode="auto">
          <a:xfrm>
            <a:off x="6519544" y="1117740"/>
            <a:ext cx="0" cy="32319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68438200" name="Textplatzhalt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215264" y="3031159"/>
            <a:ext cx="1913334" cy="1288244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639487443" name="Textplatzhalt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903972" y="1543269"/>
            <a:ext cx="776735" cy="608855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</a:t>
            </a:r>
            <a:endParaRPr lang="de-CH"/>
          </a:p>
        </p:txBody>
      </p:sp>
      <p:sp>
        <p:nvSpPr>
          <p:cNvPr id="1985984334" name="Ellipse 23"/>
          <p:cNvSpPr/>
          <p:nvPr userDrawn="1"/>
        </p:nvSpPr>
        <p:spPr bwMode="auto">
          <a:xfrm>
            <a:off x="4583075" y="1299610"/>
            <a:ext cx="1076062" cy="1076062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01525597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727055" y="1543269"/>
            <a:ext cx="776735" cy="608855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</a:t>
            </a:r>
            <a:endParaRPr lang="de-CH"/>
          </a:p>
        </p:txBody>
      </p:sp>
      <p:sp>
        <p:nvSpPr>
          <p:cNvPr id="28027136" name="Ellipse 25"/>
          <p:cNvSpPr/>
          <p:nvPr userDrawn="1"/>
        </p:nvSpPr>
        <p:spPr bwMode="auto">
          <a:xfrm>
            <a:off x="7224604" y="1299610"/>
            <a:ext cx="1076062" cy="1076062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67620237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368584" y="1543269"/>
            <a:ext cx="776735" cy="608855"/>
          </a:xfrm>
        </p:spPr>
        <p:txBody>
          <a:bodyPr anchor="ctr"/>
          <a:lstStyle>
            <a:lvl1pPr marL="0" indent="0" algn="ctr">
              <a:buFontTx/>
              <a:buNone/>
              <a:defRPr sz="21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</a:t>
            </a:r>
            <a:endParaRPr lang="de-CH"/>
          </a:p>
        </p:txBody>
      </p:sp>
      <p:sp>
        <p:nvSpPr>
          <p:cNvPr id="311424894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310454" y="2571750"/>
            <a:ext cx="1919618" cy="326797"/>
          </a:xfrm>
        </p:spPr>
        <p:txBody>
          <a:bodyPr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053747907" name="Textplatzhalter 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12122" y="2583707"/>
            <a:ext cx="1919618" cy="326797"/>
          </a:xfrm>
        </p:spPr>
        <p:txBody>
          <a:bodyPr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256376339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856772" y="2583707"/>
            <a:ext cx="1919618" cy="326797"/>
          </a:xfrm>
        </p:spPr>
        <p:txBody>
          <a:bodyPr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Titel hinzufügen</a:t>
            </a:r>
            <a:endParaRPr/>
          </a:p>
          <a:p>
            <a:pPr lvl="0"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Werte 6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72214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845624368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869296600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285586" y="2909912"/>
            <a:ext cx="2055006" cy="1583192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132598180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720760" y="2897956"/>
            <a:ext cx="2057908" cy="1595148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1596598114" name="Gerader Verbinder 6"/>
          <p:cNvCxnSpPr/>
          <p:nvPr userDrawn="1"/>
        </p:nvCxnSpPr>
        <p:spPr bwMode="auto">
          <a:xfrm flipH="1">
            <a:off x="3676000" y="1087428"/>
            <a:ext cx="5036" cy="34056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8647490" name="Textplatzhalt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01722" y="2897956"/>
            <a:ext cx="2057908" cy="1595148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1667312457" name="Gerader Verbinder 7"/>
          <p:cNvCxnSpPr/>
          <p:nvPr userDrawn="1"/>
        </p:nvCxnSpPr>
        <p:spPr bwMode="auto">
          <a:xfrm>
            <a:off x="1295400" y="2773511"/>
            <a:ext cx="74898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1894048" name="Textplatzhalt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295400" y="1102847"/>
            <a:ext cx="2055006" cy="1583192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51211217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006629" y="1100404"/>
            <a:ext cx="2057908" cy="1583192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274742827" name="Gerader Verbinder 15"/>
          <p:cNvCxnSpPr/>
          <p:nvPr userDrawn="1"/>
        </p:nvCxnSpPr>
        <p:spPr bwMode="auto">
          <a:xfrm>
            <a:off x="6392650" y="1087041"/>
            <a:ext cx="0" cy="340606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3366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21612911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6720760" y="1090442"/>
            <a:ext cx="2057908" cy="1583192"/>
          </a:xfrm>
        </p:spPr>
        <p:txBody>
          <a:bodyPr anchor="ctr"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 und Contr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74541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75040435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148746266" name="Textplatzhalter 6"/>
          <p:cNvSpPr>
            <a:spLocks noGrp="1"/>
          </p:cNvSpPr>
          <p:nvPr>
            <p:ph type="body" sz="quarter" idx="11"/>
          </p:nvPr>
        </p:nvSpPr>
        <p:spPr bwMode="auto">
          <a:xfrm>
            <a:off x="1295400" y="1958579"/>
            <a:ext cx="3427487" cy="2530078"/>
          </a:xfrm>
        </p:spPr>
        <p:txBody>
          <a:bodyPr/>
          <a:lstStyle>
            <a:lvl1pPr>
              <a:lnSpc>
                <a:spcPts val="2600"/>
              </a:lnSpc>
              <a:defRPr sz="2100"/>
            </a:lvl1pPr>
            <a:lvl2pPr>
              <a:lnSpc>
                <a:spcPts val="2600"/>
              </a:lnSpc>
              <a:defRPr sz="2100"/>
            </a:lvl2pPr>
            <a:lvl3pPr>
              <a:lnSpc>
                <a:spcPts val="2600"/>
              </a:lnSpc>
              <a:defRPr sz="2100"/>
            </a:lvl3pPr>
            <a:lvl4pPr>
              <a:lnSpc>
                <a:spcPts val="2600"/>
              </a:lnSpc>
              <a:defRPr sz="2100"/>
            </a:lvl4pPr>
            <a:lvl5pPr>
              <a:lnSpc>
                <a:spcPts val="2600"/>
              </a:lnSpc>
              <a:defRPr sz="2100"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559838759" name="Abgerundetes Rechteck 8"/>
          <p:cNvSpPr/>
          <p:nvPr userDrawn="1"/>
        </p:nvSpPr>
        <p:spPr bwMode="auto">
          <a:xfrm>
            <a:off x="1300443" y="1409489"/>
            <a:ext cx="7488000" cy="252000"/>
          </a:xfrm>
          <a:prstGeom prst="roundRect">
            <a:avLst>
              <a:gd name="adj" fmla="val 21747"/>
            </a:avLst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650529386" name="Ellipse 11"/>
          <p:cNvSpPr/>
          <p:nvPr userDrawn="1"/>
        </p:nvSpPr>
        <p:spPr bwMode="auto">
          <a:xfrm>
            <a:off x="4723798" y="1238588"/>
            <a:ext cx="641290" cy="641290"/>
          </a:xfrm>
          <a:prstGeom prst="ellipse">
            <a:avLst/>
          </a:prstGeom>
          <a:solidFill>
            <a:srgbClr val="3366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618302870" name="Textplatzhalter 6"/>
          <p:cNvSpPr>
            <a:spLocks noGrp="1"/>
          </p:cNvSpPr>
          <p:nvPr>
            <p:ph type="body" sz="quarter" idx="16"/>
          </p:nvPr>
        </p:nvSpPr>
        <p:spPr bwMode="auto">
          <a:xfrm>
            <a:off x="5346354" y="1958578"/>
            <a:ext cx="3427487" cy="2530079"/>
          </a:xfrm>
        </p:spPr>
        <p:txBody>
          <a:bodyPr/>
          <a:lstStyle>
            <a:lvl1pPr>
              <a:lnSpc>
                <a:spcPts val="2600"/>
              </a:lnSpc>
              <a:defRPr sz="2100"/>
            </a:lvl1pPr>
            <a:lvl2pPr>
              <a:lnSpc>
                <a:spcPts val="2600"/>
              </a:lnSpc>
              <a:defRPr sz="2100"/>
            </a:lvl2pPr>
            <a:lvl3pPr>
              <a:lnSpc>
                <a:spcPts val="2600"/>
              </a:lnSpc>
              <a:defRPr sz="2100"/>
            </a:lvl3pPr>
            <a:lvl4pPr>
              <a:lnSpc>
                <a:spcPts val="2600"/>
              </a:lnSpc>
              <a:defRPr sz="2100"/>
            </a:lvl4pPr>
            <a:lvl5pPr>
              <a:lnSpc>
                <a:spcPts val="2600"/>
              </a:lnSpc>
              <a:defRPr sz="2100"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1265621401" name="Textplatzhalter 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399880" y="1448338"/>
            <a:ext cx="215339" cy="164561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+</a:t>
            </a:r>
            <a:endParaRPr lang="de-CH"/>
          </a:p>
        </p:txBody>
      </p:sp>
      <p:sp>
        <p:nvSpPr>
          <p:cNvPr id="1878398414" name="Textplatzhalt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547103" y="1448338"/>
            <a:ext cx="133166" cy="164561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-</a:t>
            </a:r>
            <a:endParaRPr lang="de-CH"/>
          </a:p>
        </p:txBody>
      </p:sp>
      <p:sp>
        <p:nvSpPr>
          <p:cNvPr id="594353649" name="Bildplatzhalter 13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875693" y="1390482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Team 4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4780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57357679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656447321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311386" y="2571750"/>
            <a:ext cx="1718836" cy="671180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Name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449406252" name="Textplatzhalter 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7063971" y="2571750"/>
            <a:ext cx="1718836" cy="671180"/>
          </a:xfrm>
        </p:spPr>
        <p:txBody>
          <a:bodyPr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Name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410380813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28914" y="2571750"/>
            <a:ext cx="1718836" cy="671180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Name hinzufügen</a:t>
            </a:r>
            <a:endParaRPr lang="de-CH"/>
          </a:p>
        </p:txBody>
      </p:sp>
      <p:sp>
        <p:nvSpPr>
          <p:cNvPr id="1226849431" name="Textplatzhalter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46442" y="2571750"/>
            <a:ext cx="1718836" cy="671180"/>
          </a:xfrm>
        </p:spPr>
        <p:txBody>
          <a:bodyPr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21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DE"/>
              <a:t>Name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260029687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311386" y="3327991"/>
            <a:ext cx="1718836" cy="11127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911419681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30686" y="3327991"/>
            <a:ext cx="1718836" cy="11127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1418381871" name="Textplatzhalter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149986" y="3327991"/>
            <a:ext cx="1718836" cy="11127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641638841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069286" y="3327991"/>
            <a:ext cx="1718836" cy="11127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577336557" name="Bildplatzhalter 6"/>
          <p:cNvSpPr>
            <a:spLocks noGrp="1"/>
          </p:cNvSpPr>
          <p:nvPr>
            <p:ph type="pic" sz="quarter" idx="34" hasCustomPrompt="1"/>
          </p:nvPr>
        </p:nvSpPr>
        <p:spPr bwMode="auto">
          <a:xfrm>
            <a:off x="7383389" y="1199051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70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4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469720628" name="Bildplatzhalter 6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5471086" y="1199051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70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3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2025801026" name="Bildplatzhalter 6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558784" y="1199051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70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2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1207353891" name="Bildplatzhalter 6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1646482" y="1200341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Team 6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2073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60523261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543575966" name="Textplatzhalter 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295152" y="2565390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1737787963" name="Textplatzhalter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95152" y="2718001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56231339" name="Textplatzhalter 4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905449" y="2571750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2050697106" name="Textplatzhalter 4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905449" y="2724361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1162121282" name="Textplatzhalter 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295152" y="4336046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981787347" name="Textplatzhalter 4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295152" y="4488657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298648183" name="Textplatzhalter 4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905449" y="4336046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1923536298" name="Textplatzhalter 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905449" y="4488657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1376811431" name="Textplatzhalter 4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6510534" y="2565390"/>
            <a:ext cx="2272133" cy="152611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784926090" name="Textplatzhalter 4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6510534" y="2718001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05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1262309802" name="Textplatzhalter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6510534" y="4336046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744578288" name="Textplatzhalter 4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6510534" y="4488657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1706540306" name="Bildplatzhalter 6"/>
          <p:cNvSpPr>
            <a:spLocks noGrp="1"/>
          </p:cNvSpPr>
          <p:nvPr>
            <p:ph type="pic" sz="quarter" idx="48" hasCustomPrompt="1"/>
          </p:nvPr>
        </p:nvSpPr>
        <p:spPr bwMode="auto">
          <a:xfrm>
            <a:off x="1311386" y="1091274"/>
            <a:ext cx="1417500" cy="14175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970536084" name="Bildplatzhalter 6"/>
          <p:cNvSpPr>
            <a:spLocks noGrp="1"/>
          </p:cNvSpPr>
          <p:nvPr>
            <p:ph type="pic" sz="quarter" idx="49" hasCustomPrompt="1"/>
          </p:nvPr>
        </p:nvSpPr>
        <p:spPr bwMode="auto">
          <a:xfrm>
            <a:off x="3910961" y="1091274"/>
            <a:ext cx="1417500" cy="14175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855455131" name="Bildplatzhalter 6"/>
          <p:cNvSpPr>
            <a:spLocks noGrp="1"/>
          </p:cNvSpPr>
          <p:nvPr>
            <p:ph type="pic" sz="quarter" idx="50" hasCustomPrompt="1"/>
          </p:nvPr>
        </p:nvSpPr>
        <p:spPr bwMode="auto">
          <a:xfrm>
            <a:off x="6510534" y="1091274"/>
            <a:ext cx="1417500" cy="14175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074869665" name="Bildplatzhalter 6"/>
          <p:cNvSpPr>
            <a:spLocks noGrp="1"/>
          </p:cNvSpPr>
          <p:nvPr>
            <p:ph type="pic" sz="quarter" idx="51" hasCustomPrompt="1"/>
          </p:nvPr>
        </p:nvSpPr>
        <p:spPr bwMode="auto">
          <a:xfrm>
            <a:off x="1311386" y="2869151"/>
            <a:ext cx="1417500" cy="14175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290586520" name="Bildplatzhalter 6"/>
          <p:cNvSpPr>
            <a:spLocks noGrp="1"/>
          </p:cNvSpPr>
          <p:nvPr>
            <p:ph type="pic" sz="quarter" idx="52" hasCustomPrompt="1"/>
          </p:nvPr>
        </p:nvSpPr>
        <p:spPr bwMode="auto">
          <a:xfrm>
            <a:off x="3905450" y="2869151"/>
            <a:ext cx="1417500" cy="14175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1108987676" name="Bildplatzhalter 6"/>
          <p:cNvSpPr>
            <a:spLocks noGrp="1"/>
          </p:cNvSpPr>
          <p:nvPr>
            <p:ph type="pic" sz="quarter" idx="53" hasCustomPrompt="1"/>
          </p:nvPr>
        </p:nvSpPr>
        <p:spPr bwMode="auto">
          <a:xfrm>
            <a:off x="6510534" y="2869151"/>
            <a:ext cx="1417500" cy="14175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Zitat mi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37228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53013114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777779312" name="Bildplatzhalter 8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6355622" y="1455632"/>
            <a:ext cx="2430000" cy="2430000"/>
          </a:xfrm>
          <a:prstGeom prst="ellipse">
            <a:avLst/>
          </a:prstGeo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70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2080330776" name="Textfeld 14"/>
          <p:cNvSpPr txBox="1"/>
          <p:nvPr userDrawn="1"/>
        </p:nvSpPr>
        <p:spPr bwMode="auto">
          <a:xfrm>
            <a:off x="1211729" y="1331494"/>
            <a:ext cx="687333" cy="494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lang="de-DE" sz="7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rPr>
              <a:t>«</a:t>
            </a:r>
            <a:endParaRPr lang="de-CH" sz="7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10223527" name="Textfeld 5"/>
          <p:cNvSpPr txBox="1"/>
          <p:nvPr userDrawn="1"/>
        </p:nvSpPr>
        <p:spPr bwMode="auto">
          <a:xfrm>
            <a:off x="4692167" y="3843223"/>
            <a:ext cx="687333" cy="494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lang="de-DE" sz="7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rPr>
              <a:t>»</a:t>
            </a:r>
            <a:endParaRPr lang="de-CH" sz="7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54263049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852464" y="4291729"/>
            <a:ext cx="3527036" cy="292143"/>
          </a:xfrm>
        </p:spPr>
        <p:txBody>
          <a:bodyPr anchor="t"/>
          <a:lstStyle>
            <a:lvl1pPr marL="0" indent="0">
              <a:buFontTx/>
              <a:buNone/>
              <a:defRPr sz="12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Vorname Nachname durch Klicken einfügen</a:t>
            </a:r>
            <a:endParaRPr lang="de-CH"/>
          </a:p>
        </p:txBody>
      </p:sp>
      <p:sp>
        <p:nvSpPr>
          <p:cNvPr id="41758296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311919" y="1242691"/>
            <a:ext cx="3436457" cy="2760191"/>
          </a:xfrm>
        </p:spPr>
        <p:txBody>
          <a:bodyPr/>
          <a:lstStyle>
            <a:lvl1pPr marL="540000" indent="0">
              <a:lnSpc>
                <a:spcPts val="2600"/>
              </a:lnSpc>
              <a:buFontTx/>
              <a:buNone/>
              <a:defRPr sz="2100"/>
            </a:lvl1pPr>
            <a:lvl2pPr marL="201216" indent="0">
              <a:buFontTx/>
              <a:buNone/>
              <a:defRPr/>
            </a:lvl2pPr>
            <a:lvl3pPr marL="403622" indent="0">
              <a:buFontTx/>
              <a:buNone/>
              <a:defRPr/>
            </a:lvl3pPr>
            <a:lvl4pPr marL="604838" indent="0">
              <a:buFontTx/>
              <a:buNone/>
              <a:defRPr/>
            </a:lvl4pPr>
            <a:lvl5pPr marL="807244" indent="0">
              <a:buFontTx/>
              <a:buNone/>
              <a:defRPr/>
            </a:lvl5pPr>
          </a:lstStyle>
          <a:p>
            <a:pPr lvl="0">
              <a:defRPr/>
            </a:pPr>
            <a:r>
              <a:rPr lang="de-CH"/>
              <a:t>Zitattext durch Klicken einfügen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6_Ein Wort Blauer Hinter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71570" name="Rechteck 4"/>
          <p:cNvSpPr/>
          <p:nvPr userDrawn="1"/>
        </p:nvSpPr>
        <p:spPr bwMode="auto">
          <a:xfrm>
            <a:off x="1189" y="1095375"/>
            <a:ext cx="9144000" cy="4048125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684055238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223963" y="2816952"/>
            <a:ext cx="6696075" cy="647700"/>
          </a:xfrm>
          <a:prstGeom prst="rect">
            <a:avLst/>
          </a:prstGeom>
        </p:spPr>
        <p:txBody>
          <a:bodyPr anchor="ctr"/>
          <a:lstStyle>
            <a:lvl1pPr marL="0" marR="0" indent="0" algn="ctr" defTabSz="685800" rtl="0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52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Ein Wort </a:t>
            </a:r>
            <a:r>
              <a:rPr lang="de-DE"/>
              <a:t>hinzufügen</a:t>
            </a:r>
            <a:endParaRPr lang="de-CH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6_Ein Wort &amp; Icon Blauer Hinter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803313" name="Rechteck 4"/>
          <p:cNvSpPr/>
          <p:nvPr userDrawn="1"/>
        </p:nvSpPr>
        <p:spPr bwMode="auto">
          <a:xfrm>
            <a:off x="1189" y="1095375"/>
            <a:ext cx="9144000" cy="4048125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209338292" name="Abgerundetes Rechteck 8"/>
          <p:cNvSpPr/>
          <p:nvPr userDrawn="1"/>
        </p:nvSpPr>
        <p:spPr bwMode="auto">
          <a:xfrm>
            <a:off x="3707904" y="1588448"/>
            <a:ext cx="1728192" cy="1728000"/>
          </a:xfrm>
          <a:prstGeom prst="roundRect">
            <a:avLst>
              <a:gd name="adj" fmla="val 1718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697000084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223963" y="3615624"/>
            <a:ext cx="6696075" cy="6477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6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CH"/>
              <a:t>Ein Wort hinzufügen</a:t>
            </a:r>
            <a:endParaRPr/>
          </a:p>
        </p:txBody>
      </p:sp>
      <p:sp>
        <p:nvSpPr>
          <p:cNvPr id="1288662008" name="Bildplatzhalt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4032000" y="1912448"/>
            <a:ext cx="1080000" cy="1080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Titelseite Text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895860" name="Rechteck 6"/>
          <p:cNvSpPr/>
          <p:nvPr/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964882451" name="Rectangle 2"/>
          <p:cNvSpPr>
            <a:spLocks noChangeArrowheads="1" noGrp="1"/>
          </p:cNvSpPr>
          <p:nvPr>
            <p:ph type="ctrTitle" hasCustomPrompt="1"/>
          </p:nvPr>
        </p:nvSpPr>
        <p:spPr bwMode="auto">
          <a:xfrm>
            <a:off x="1295401" y="1736202"/>
            <a:ext cx="7177267" cy="1935866"/>
          </a:xfrm>
        </p:spPr>
        <p:txBody>
          <a:bodyPr/>
          <a:lstStyle>
            <a:lvl1pPr>
              <a:lnSpc>
                <a:spcPts val="6000"/>
              </a:lnSpc>
              <a:defRPr sz="5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Titel der Präsentation</a:t>
            </a:r>
            <a:endParaRPr/>
          </a:p>
        </p:txBody>
      </p:sp>
      <p:sp>
        <p:nvSpPr>
          <p:cNvPr id="183307484" name="Textplatzhalter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295401" y="3903386"/>
            <a:ext cx="7177268" cy="1093369"/>
          </a:xfrm>
        </p:spPr>
        <p:txBody>
          <a:bodyPr tIns="46800"/>
          <a:lstStyle>
            <a:lvl1pPr marL="0" indent="0" algn="l">
              <a:lnSpc>
                <a:spcPts val="4200"/>
              </a:lnSpc>
              <a:spcAft>
                <a:spcPts val="450"/>
              </a:spcAft>
              <a:buNone/>
              <a:defRPr sz="3200"/>
            </a:lvl1pPr>
          </a:lstStyle>
          <a:p>
            <a:pPr lvl="0">
              <a:defRPr/>
            </a:pPr>
            <a:r>
              <a:rPr lang="de-CH"/>
              <a:t>Vorname Nachname, 19. März 2025</a:t>
            </a:r>
            <a:endParaRPr/>
          </a:p>
        </p:txBody>
      </p:sp>
      <p:pic>
        <p:nvPicPr>
          <p:cNvPr id="2101228500" name="Bundeslogo" descr="Bundeslogo"/>
          <p:cNvPicPr>
            <a:picLocks noChangeAspect="1"/>
          </p:cNvPicPr>
          <p:nvPr userDrawn="1"/>
        </p:nvPicPr>
        <p:blipFill rotWithShape="1">
          <a:blip r:embed="rId2"/>
          <a:srcRect l="1799" t="4211" r="4866" b="11775"/>
          <a:stretch/>
        </p:blipFill>
        <p:spPr bwMode="auto">
          <a:xfrm>
            <a:off x="1022400" y="262800"/>
            <a:ext cx="1495491" cy="381600"/>
          </a:xfrm>
          <a:prstGeom prst="rect">
            <a:avLst/>
          </a:prstGeom>
        </p:spPr>
      </p:pic>
      <p:sp>
        <p:nvSpPr>
          <p:cNvPr id="1690775391" name="Text Box 32"/>
          <p:cNvSpPr txBox="1">
            <a:spLocks noChangeArrowheads="1"/>
          </p:cNvSpPr>
          <p:nvPr/>
        </p:nvSpPr>
        <p:spPr bwMode="auto">
          <a:xfrm>
            <a:off x="3429000" y="261833"/>
            <a:ext cx="5043668" cy="603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900" b="0">
                <a:latin typeface="Arial"/>
              </a:rPr>
              <a:t> </a:t>
            </a:r>
            <a:endParaRPr lang="de-CH" sz="900" b="0">
              <a:latin typeface="Arial"/>
            </a:endParaRPr>
          </a:p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900" b="1">
                <a:latin typeface="Arial"/>
              </a:rPr>
              <a:t> </a:t>
            </a:r>
            <a:endParaRPr/>
          </a:p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de-CH" sz="900" b="0">
                <a:latin typeface="Arial"/>
              </a:rPr>
            </a:br>
            <a:endParaRPr lang="de-CH" sz="900" b="0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Titelseite Bild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74571" name="Rechteck 8"/>
          <p:cNvSpPr/>
          <p:nvPr/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508550214" name="Rectangle 2"/>
          <p:cNvSpPr>
            <a:spLocks noChangeArrowheads="1" noGrp="1"/>
          </p:cNvSpPr>
          <p:nvPr>
            <p:ph type="ctrTitle" hasCustomPrompt="1"/>
          </p:nvPr>
        </p:nvSpPr>
        <p:spPr bwMode="auto">
          <a:xfrm>
            <a:off x="1295401" y="3623475"/>
            <a:ext cx="7177267" cy="697231"/>
          </a:xfrm>
        </p:spPr>
        <p:txBody>
          <a:bodyPr/>
          <a:lstStyle>
            <a:lvl1pPr>
              <a:lnSpc>
                <a:spcPts val="4200"/>
              </a:lnSpc>
              <a:defRPr sz="5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Titel der Präsentation</a:t>
            </a:r>
            <a:endParaRPr/>
          </a:p>
        </p:txBody>
      </p:sp>
      <p:sp>
        <p:nvSpPr>
          <p:cNvPr id="664676386" name="Textplatzhalter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295401" y="4041467"/>
            <a:ext cx="7177268" cy="877513"/>
          </a:xfrm>
        </p:spPr>
        <p:txBody>
          <a:bodyPr tIns="46800"/>
          <a:lstStyle>
            <a:lvl1pPr marL="0" indent="0" algn="l">
              <a:lnSpc>
                <a:spcPts val="4200"/>
              </a:lnSpc>
              <a:spcAft>
                <a:spcPts val="450"/>
              </a:spcAft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Vorname Nachname, 19. März 2025</a:t>
            </a:r>
            <a:endParaRPr/>
          </a:p>
        </p:txBody>
      </p:sp>
      <p:sp>
        <p:nvSpPr>
          <p:cNvPr id="850703845" name="Text Box 32"/>
          <p:cNvSpPr txBox="1">
            <a:spLocks noChangeArrowheads="1"/>
          </p:cNvSpPr>
          <p:nvPr/>
        </p:nvSpPr>
        <p:spPr bwMode="auto">
          <a:xfrm>
            <a:off x="3429000" y="261833"/>
            <a:ext cx="5043668" cy="603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900" b="0">
                <a:latin typeface="Arial"/>
              </a:rPr>
              <a:t> </a:t>
            </a:r>
            <a:endParaRPr lang="de-CH" sz="900" b="0">
              <a:latin typeface="Arial"/>
            </a:endParaRPr>
          </a:p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900" b="1">
                <a:latin typeface="Arial"/>
              </a:rPr>
              <a:t> </a:t>
            </a:r>
            <a:endParaRPr/>
          </a:p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de-CH" sz="900" b="0">
                <a:latin typeface="Arial"/>
              </a:rPr>
            </a:br>
            <a:endParaRPr lang="de-CH" sz="900" b="0">
              <a:latin typeface="Arial"/>
            </a:endParaRPr>
          </a:p>
        </p:txBody>
      </p:sp>
      <p:sp>
        <p:nvSpPr>
          <p:cNvPr id="1627081410" name="Bildplatzhalter 2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295400" y="1248966"/>
            <a:ext cx="7848600" cy="2214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Clr>
                <a:schemeClr val="tx1"/>
              </a:buClr>
              <a:defRPr sz="2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 oder auf Bild anklicken und Bild via Mediaset auswählen</a:t>
            </a:r>
            <a:endParaRPr lang="de-CH"/>
          </a:p>
        </p:txBody>
      </p:sp>
      <p:pic>
        <p:nvPicPr>
          <p:cNvPr id="1541856075" name="Bundeslogo" descr="Bundeslogo"/>
          <p:cNvPicPr>
            <a:picLocks noChangeAspect="1"/>
          </p:cNvPicPr>
          <p:nvPr userDrawn="1"/>
        </p:nvPicPr>
        <p:blipFill rotWithShape="1">
          <a:blip r:embed="rId2"/>
          <a:srcRect l="1799" t="4211" r="4866" b="11775"/>
          <a:stretch/>
        </p:blipFill>
        <p:spPr bwMode="auto">
          <a:xfrm>
            <a:off x="1022400" y="262800"/>
            <a:ext cx="149549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Titelseite Hintergrundbild, 6 Icons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29275" name="Bildplatzhalter Hintergrund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50" b="0">
                <a:solidFill>
                  <a:schemeClr val="tx1"/>
                </a:solidFill>
              </a:defRPr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Schritt 1: Hintergrundbild zuerst einfügen durch klicken auf Bild, dann entweder via </a:t>
            </a:r>
            <a:r>
              <a:rPr lang="de-CH"/>
              <a:t>Mediaset oder via Einfügen &gt; Bilder. Schritt  2: Bild verdunkeln &gt; Rechtsklick auf Bild &gt; Grafik formatieren &gt; Bildkorrekturen &gt; Helligkeit</a:t>
            </a:r>
            <a:endParaRPr/>
          </a:p>
        </p:txBody>
      </p:sp>
      <p:sp>
        <p:nvSpPr>
          <p:cNvPr id="1813616861" name="Text Box 32"/>
          <p:cNvSpPr txBox="1">
            <a:spLocks noChangeArrowheads="1"/>
          </p:cNvSpPr>
          <p:nvPr/>
        </p:nvSpPr>
        <p:spPr bwMode="auto">
          <a:xfrm>
            <a:off x="3429000" y="261833"/>
            <a:ext cx="5043668" cy="603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900" b="0">
                <a:latin typeface="Arial"/>
              </a:rPr>
              <a:t> </a:t>
            </a:r>
            <a:endParaRPr lang="de-CH" sz="900" b="0">
              <a:latin typeface="Arial"/>
            </a:endParaRPr>
          </a:p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900" b="1">
                <a:latin typeface="Arial"/>
              </a:rPr>
              <a:t> </a:t>
            </a:r>
            <a:endParaRPr/>
          </a:p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de-CH" sz="900" b="0">
                <a:latin typeface="Arial"/>
              </a:rPr>
            </a:br>
            <a:endParaRPr lang="de-CH" sz="900" b="0">
              <a:latin typeface="Arial"/>
            </a:endParaRPr>
          </a:p>
        </p:txBody>
      </p:sp>
      <p:sp>
        <p:nvSpPr>
          <p:cNvPr id="853850262" name="Textplatzhalter 2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1312968" y="1492229"/>
            <a:ext cx="7486551" cy="2987696"/>
          </a:xfrm>
          <a:prstGeom prst="roundRect">
            <a:avLst>
              <a:gd name="adj" fmla="val 6212"/>
            </a:avLst>
          </a:prstGeom>
          <a:solidFill>
            <a:srgbClr val="FFFFFF">
              <a:alpha val="89804"/>
            </a:srgbClr>
          </a:solidFill>
          <a:ln>
            <a:noFill/>
          </a:ln>
          <a:effectLst>
            <a:outerShdw blurRad="355600" dist="38100" dir="2700000" algn="ctr" rotWithShape="0">
              <a:srgbClr val="000000">
                <a:alpha val="35000"/>
              </a:srgbClr>
            </a:outerShdw>
          </a:effectLst>
        </p:spPr>
        <p:txBody>
          <a:bodyPr lIns="108000" tIns="108000" anchor="t"/>
          <a:lstStyle>
            <a:lvl1pPr marL="0" indent="0">
              <a:lnSpc>
                <a:spcPts val="6000"/>
              </a:lnSpc>
              <a:buFontTx/>
              <a:buNone/>
              <a:defRPr sz="5200" b="1">
                <a:solidFill>
                  <a:schemeClr val="tx1"/>
                </a:solidFill>
                <a:latin typeface="+mj-lt"/>
              </a:defRPr>
            </a:lvl1pPr>
            <a:lvl2pPr marL="201216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2pPr>
            <a:lvl3pPr marL="403622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3pPr>
            <a:lvl4pPr marL="604838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4pPr>
            <a:lvl5pPr marL="807244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de-CH" b="1"/>
              <a:t>Titel der Präsentation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36604193" name="Textplatzhalter 2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6045665" y="4178002"/>
            <a:ext cx="877500" cy="87750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924441471" name="Textplatzhalter 24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184930" y="4178002"/>
            <a:ext cx="877500" cy="87750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71692066" name="Textplatzhalter 22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906399" y="4180374"/>
            <a:ext cx="877500" cy="87750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855041960" name="Textplatzhalter 20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767133" y="4178002"/>
            <a:ext cx="877500" cy="87750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FontTx/>
              <a:buNone/>
              <a:defRPr sz="550"/>
            </a:lvl1pPr>
            <a:lvl5pPr marL="807244" indent="0">
              <a:lnSpc>
                <a:spcPct val="100000"/>
              </a:lnSpc>
              <a:buFont typeface="Arial"/>
              <a:buNone/>
              <a:defRPr sz="550"/>
            </a:lvl5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505348153" name="Textplatzhalter 18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627867" y="4178002"/>
            <a:ext cx="877500" cy="87750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FontTx/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733162457" name="Textplatzhalter 1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488602" y="4178002"/>
            <a:ext cx="877500" cy="877500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55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097956887" name="Bildplatzhalter 12"/>
          <p:cNvSpPr>
            <a:spLocks noGrp="1"/>
          </p:cNvSpPr>
          <p:nvPr>
            <p:ph type="pic" sz="quarter" idx="48" hasCustomPrompt="1"/>
          </p:nvPr>
        </p:nvSpPr>
        <p:spPr bwMode="auto">
          <a:xfrm>
            <a:off x="7421180" y="4414252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802287825" name="Bildplatzhalter 11"/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6281915" y="4414252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88484053" name="Bildplatzhalter 10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5142649" y="4416624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835650936" name="Bildplatzhalter 7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003383" y="4414252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989515334" name="Bildplatzhalter 4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2864117" y="4414252"/>
            <a:ext cx="405000" cy="4050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2 Bild klicken &gt; Mediaset</a:t>
            </a:r>
            <a:endParaRPr/>
          </a:p>
          <a:p>
            <a:pPr>
              <a:defRPr/>
            </a:pPr>
            <a:r>
              <a:rPr lang="de-CH"/>
              <a:t>-</a:t>
            </a:r>
            <a:endParaRPr/>
          </a:p>
        </p:txBody>
      </p:sp>
      <p:sp>
        <p:nvSpPr>
          <p:cNvPr id="1246264682" name="Bildplatzhalter 2"/>
          <p:cNvSpPr>
            <a:spLocks noGrp="1"/>
          </p:cNvSpPr>
          <p:nvPr>
            <p:ph type="pic" sz="quarter" idx="35" hasCustomPrompt="1"/>
          </p:nvPr>
        </p:nvSpPr>
        <p:spPr bwMode="auto">
          <a:xfrm>
            <a:off x="1724852" y="4414252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1475615578" name="Platzhalter Text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573782" y="3077980"/>
            <a:ext cx="6854598" cy="1082550"/>
          </a:xfrm>
        </p:spPr>
        <p:txBody>
          <a:bodyPr tIns="46800"/>
          <a:lstStyle>
            <a:lvl1pPr marL="0" indent="0" algn="l">
              <a:lnSpc>
                <a:spcPts val="4200"/>
              </a:lnSpc>
              <a:spcAft>
                <a:spcPts val="450"/>
              </a:spcAft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Vorname Nachname, 19. März 2025</a:t>
            </a:r>
            <a:endParaRPr/>
          </a:p>
        </p:txBody>
      </p:sp>
      <p:pic>
        <p:nvPicPr>
          <p:cNvPr id="758412690" name="Bundeslogo" descr="Bundeslogo"/>
          <p:cNvPicPr>
            <a:picLocks noChangeAspect="1"/>
          </p:cNvPicPr>
          <p:nvPr userDrawn="1"/>
        </p:nvPicPr>
        <p:blipFill rotWithShape="1">
          <a:blip r:embed="rId2"/>
          <a:srcRect l="1799" t="4211" r="4866" b="11775"/>
          <a:stretch/>
        </p:blipFill>
        <p:spPr bwMode="auto">
          <a:xfrm>
            <a:off x="1022400" y="262800"/>
            <a:ext cx="149549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3 Punkte Weisser Balken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272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64934811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055992769" name="Abgerundetes Rechteck 15"/>
          <p:cNvSpPr/>
          <p:nvPr/>
        </p:nvSpPr>
        <p:spPr bwMode="auto">
          <a:xfrm>
            <a:off x="1302675" y="2502637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630357719" name="Abgerundetes Rechteck 16"/>
          <p:cNvSpPr/>
          <p:nvPr/>
        </p:nvSpPr>
        <p:spPr bwMode="auto">
          <a:xfrm>
            <a:off x="1302675" y="186358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51236597" name="Abgerundetes Rechteck 17"/>
          <p:cNvSpPr/>
          <p:nvPr/>
        </p:nvSpPr>
        <p:spPr bwMode="auto">
          <a:xfrm>
            <a:off x="1302675" y="1237424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344164800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9208" y="2571651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201542402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9208" y="1932603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2062923249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9208" y="1306438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402449804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0649" y="258343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699844491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5515" y="1944477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591346350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4805" y="1306438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4 Punkte Weisser Balken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67258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274119893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537406455" name="Abgerundetes Rechteck 14"/>
          <p:cNvSpPr/>
          <p:nvPr/>
        </p:nvSpPr>
        <p:spPr bwMode="auto">
          <a:xfrm>
            <a:off x="1302675" y="3140512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56901548" name="Abgerundetes Rechteck 15"/>
          <p:cNvSpPr/>
          <p:nvPr/>
        </p:nvSpPr>
        <p:spPr bwMode="auto">
          <a:xfrm>
            <a:off x="1302675" y="2502637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898820675" name="Abgerundetes Rechteck 16"/>
          <p:cNvSpPr/>
          <p:nvPr/>
        </p:nvSpPr>
        <p:spPr bwMode="auto">
          <a:xfrm>
            <a:off x="1302675" y="186358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206063415" name="Abgerundetes Rechteck 17"/>
          <p:cNvSpPr/>
          <p:nvPr/>
        </p:nvSpPr>
        <p:spPr bwMode="auto">
          <a:xfrm>
            <a:off x="1302675" y="1237424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636213114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999208" y="3209526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907869066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9208" y="2571651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752125120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9208" y="1932603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726278020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9208" y="1306438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908248079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29432" y="3221789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478839160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0649" y="258343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229938976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5515" y="1944477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78833971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4805" y="1306438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5 Punkte Weisser Balken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9881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734282416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582791606" name="Abgerundetes Rechteck 13"/>
          <p:cNvSpPr/>
          <p:nvPr/>
        </p:nvSpPr>
        <p:spPr bwMode="auto">
          <a:xfrm>
            <a:off x="1302675" y="3778387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253751756" name="Abgerundetes Rechteck 14"/>
          <p:cNvSpPr/>
          <p:nvPr/>
        </p:nvSpPr>
        <p:spPr bwMode="auto">
          <a:xfrm>
            <a:off x="1302675" y="3140512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29010181" name="Abgerundetes Rechteck 15"/>
          <p:cNvSpPr/>
          <p:nvPr/>
        </p:nvSpPr>
        <p:spPr bwMode="auto">
          <a:xfrm>
            <a:off x="1302675" y="2502637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035335449" name="Abgerundetes Rechteck 16"/>
          <p:cNvSpPr/>
          <p:nvPr/>
        </p:nvSpPr>
        <p:spPr bwMode="auto">
          <a:xfrm>
            <a:off x="1302675" y="1863589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2119794035" name="Abgerundetes Rechteck 17"/>
          <p:cNvSpPr/>
          <p:nvPr/>
        </p:nvSpPr>
        <p:spPr bwMode="auto">
          <a:xfrm>
            <a:off x="1302675" y="1237424"/>
            <a:ext cx="6930000" cy="49901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190500" dist="25400" dir="2700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75000" rtlCol="0" anchor="ctr"/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1924888446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999208" y="3847401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1838613553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999208" y="3209526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430336328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9208" y="2571651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396676160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9208" y="1932603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743719792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9208" y="1306438"/>
            <a:ext cx="6024980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053236063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29432" y="3860147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714102542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29432" y="3221789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833938982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0649" y="258343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637985298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25515" y="1944477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751055434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24805" y="1306438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3 Punkte Balken Weiss Dunkelblau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73430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685083678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grpSp>
        <p:nvGrpSpPr>
          <p:cNvPr id="2023254778" name="Gruppieren 37"/>
          <p:cNvGrpSpPr/>
          <p:nvPr/>
        </p:nvGrpSpPr>
        <p:grpSpPr bwMode="auto">
          <a:xfrm>
            <a:off x="1296049" y="2529456"/>
            <a:ext cx="6930000" cy="499017"/>
            <a:chOff x="1401183" y="1449388"/>
            <a:chExt cx="9240000" cy="665355"/>
          </a:xfrm>
        </p:grpSpPr>
        <p:sp>
          <p:nvSpPr>
            <p:cNvPr id="39" name="Abgerundetes Rechteck 38"/>
            <p:cNvSpPr/>
            <p:nvPr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40" name="Abgerundetes Rechteck 39"/>
            <p:cNvSpPr/>
            <p:nvPr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851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43" name="Abgerundetes Rechteck 42"/>
            <p:cNvSpPr/>
            <p:nvPr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2018925066" name="Gruppieren 43"/>
          <p:cNvGrpSpPr/>
          <p:nvPr/>
        </p:nvGrpSpPr>
        <p:grpSpPr bwMode="auto">
          <a:xfrm>
            <a:off x="1296049" y="1891098"/>
            <a:ext cx="6930000" cy="499017"/>
            <a:chOff x="1401183" y="1449388"/>
            <a:chExt cx="9240000" cy="665355"/>
          </a:xfrm>
        </p:grpSpPr>
        <p:sp>
          <p:nvSpPr>
            <p:cNvPr id="47" name="Abgerundetes Rechteck 46"/>
            <p:cNvSpPr/>
            <p:nvPr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48" name="Abgerundetes Rechteck 47"/>
            <p:cNvSpPr/>
            <p:nvPr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52" name="Abgerundetes Rechteck 51"/>
            <p:cNvSpPr/>
            <p:nvPr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1827766526" name="Gruppieren 52"/>
          <p:cNvGrpSpPr/>
          <p:nvPr/>
        </p:nvGrpSpPr>
        <p:grpSpPr bwMode="auto">
          <a:xfrm>
            <a:off x="1296049" y="1252740"/>
            <a:ext cx="6930000" cy="499017"/>
            <a:chOff x="1401183" y="1449388"/>
            <a:chExt cx="9240000" cy="665355"/>
          </a:xfrm>
        </p:grpSpPr>
        <p:sp>
          <p:nvSpPr>
            <p:cNvPr id="54" name="Abgerundetes Rechteck 53"/>
            <p:cNvSpPr/>
            <p:nvPr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55" name="Abgerundetes Rechteck 54"/>
            <p:cNvSpPr/>
            <p:nvPr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56" name="Abgerundetes Rechteck 55"/>
            <p:cNvSpPr/>
            <p:nvPr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sp>
        <p:nvSpPr>
          <p:cNvPr id="339842466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2582" y="2598712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548166630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2582" y="1959663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2118414657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2582" y="1333498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466893662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14023" y="261049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956741590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18889" y="1971538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142362264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18179" y="1333499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4 Punkte Balken Weiss Dunkelblau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19636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405960292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grpSp>
        <p:nvGrpSpPr>
          <p:cNvPr id="414595546" name="Gruppieren 33"/>
          <p:cNvGrpSpPr/>
          <p:nvPr/>
        </p:nvGrpSpPr>
        <p:grpSpPr bwMode="auto">
          <a:xfrm>
            <a:off x="1296049" y="3167814"/>
            <a:ext cx="6930000" cy="499017"/>
            <a:chOff x="1401183" y="1449388"/>
            <a:chExt cx="9240000" cy="665355"/>
          </a:xfrm>
        </p:grpSpPr>
        <p:sp>
          <p:nvSpPr>
            <p:cNvPr id="35" name="Abgerundetes Rechteck 34"/>
            <p:cNvSpPr/>
            <p:nvPr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36" name="Abgerundetes Rechteck 35"/>
            <p:cNvSpPr/>
            <p:nvPr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37" name="Abgerundetes Rechteck 36"/>
            <p:cNvSpPr/>
            <p:nvPr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1059294747" name="Gruppieren 37"/>
          <p:cNvGrpSpPr/>
          <p:nvPr/>
        </p:nvGrpSpPr>
        <p:grpSpPr bwMode="auto">
          <a:xfrm>
            <a:off x="1296049" y="2529456"/>
            <a:ext cx="6930000" cy="499017"/>
            <a:chOff x="1401183" y="1449388"/>
            <a:chExt cx="9240000" cy="665355"/>
          </a:xfrm>
        </p:grpSpPr>
        <p:sp>
          <p:nvSpPr>
            <p:cNvPr id="39" name="Abgerundetes Rechteck 38"/>
            <p:cNvSpPr/>
            <p:nvPr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40" name="Abgerundetes Rechteck 39"/>
            <p:cNvSpPr/>
            <p:nvPr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851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43" name="Abgerundetes Rechteck 42"/>
            <p:cNvSpPr/>
            <p:nvPr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1474754671" name="Gruppieren 43"/>
          <p:cNvGrpSpPr/>
          <p:nvPr/>
        </p:nvGrpSpPr>
        <p:grpSpPr bwMode="auto">
          <a:xfrm>
            <a:off x="1296049" y="1891098"/>
            <a:ext cx="6930000" cy="499017"/>
            <a:chOff x="1401183" y="1449388"/>
            <a:chExt cx="9240000" cy="665355"/>
          </a:xfrm>
        </p:grpSpPr>
        <p:sp>
          <p:nvSpPr>
            <p:cNvPr id="47" name="Abgerundetes Rechteck 46"/>
            <p:cNvSpPr/>
            <p:nvPr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48" name="Abgerundetes Rechteck 47"/>
            <p:cNvSpPr/>
            <p:nvPr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52" name="Abgerundetes Rechteck 51"/>
            <p:cNvSpPr/>
            <p:nvPr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888339450" name="Gruppieren 52"/>
          <p:cNvGrpSpPr/>
          <p:nvPr/>
        </p:nvGrpSpPr>
        <p:grpSpPr bwMode="auto">
          <a:xfrm>
            <a:off x="1296049" y="1252740"/>
            <a:ext cx="6930000" cy="499017"/>
            <a:chOff x="1401183" y="1449388"/>
            <a:chExt cx="9240000" cy="665355"/>
          </a:xfrm>
        </p:grpSpPr>
        <p:sp>
          <p:nvSpPr>
            <p:cNvPr id="54" name="Abgerundetes Rechteck 53"/>
            <p:cNvSpPr/>
            <p:nvPr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55" name="Abgerundetes Rechteck 54"/>
            <p:cNvSpPr/>
            <p:nvPr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56" name="Abgerundetes Rechteck 55"/>
            <p:cNvSpPr/>
            <p:nvPr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sp>
        <p:nvSpPr>
          <p:cNvPr id="409115686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992582" y="3236587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821601296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2582" y="2598712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988033333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2582" y="1959663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834133328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2582" y="1333498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998980665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22806" y="324884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33974420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14023" y="261049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301874836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18889" y="1971538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17934936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18179" y="1333499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5 Punkte Balken Weiss Dunkelblau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15600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704826621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grpSp>
        <p:nvGrpSpPr>
          <p:cNvPr id="613531760" name="Gruppieren 33"/>
          <p:cNvGrpSpPr/>
          <p:nvPr userDrawn="1"/>
        </p:nvGrpSpPr>
        <p:grpSpPr bwMode="auto">
          <a:xfrm>
            <a:off x="1296049" y="3167814"/>
            <a:ext cx="6930000" cy="499017"/>
            <a:chOff x="1401183" y="1449388"/>
            <a:chExt cx="9240000" cy="665355"/>
          </a:xfrm>
        </p:grpSpPr>
        <p:sp>
          <p:nvSpPr>
            <p:cNvPr id="35" name="Abgerundetes Rechteck 34"/>
            <p:cNvSpPr/>
            <p:nvPr userDrawn="1"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36" name="Abgerundetes Rechteck 35"/>
            <p:cNvSpPr/>
            <p:nvPr userDrawn="1"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37" name="Abgerundetes Rechteck 36"/>
            <p:cNvSpPr/>
            <p:nvPr userDrawn="1"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1191988000" name="Gruppieren 37"/>
          <p:cNvGrpSpPr/>
          <p:nvPr userDrawn="1"/>
        </p:nvGrpSpPr>
        <p:grpSpPr bwMode="auto">
          <a:xfrm>
            <a:off x="1296049" y="2529456"/>
            <a:ext cx="6930000" cy="499017"/>
            <a:chOff x="1401183" y="1449388"/>
            <a:chExt cx="9240000" cy="665355"/>
          </a:xfrm>
        </p:grpSpPr>
        <p:sp>
          <p:nvSpPr>
            <p:cNvPr id="39" name="Abgerundetes Rechteck 38"/>
            <p:cNvSpPr/>
            <p:nvPr userDrawn="1"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40" name="Abgerundetes Rechteck 39"/>
            <p:cNvSpPr/>
            <p:nvPr userDrawn="1"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851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43" name="Abgerundetes Rechteck 42"/>
            <p:cNvSpPr/>
            <p:nvPr userDrawn="1"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2098214113" name="Gruppieren 43"/>
          <p:cNvGrpSpPr/>
          <p:nvPr userDrawn="1"/>
        </p:nvGrpSpPr>
        <p:grpSpPr bwMode="auto">
          <a:xfrm>
            <a:off x="1296049" y="1891098"/>
            <a:ext cx="6930000" cy="499017"/>
            <a:chOff x="1401183" y="1449388"/>
            <a:chExt cx="9240000" cy="665355"/>
          </a:xfrm>
        </p:grpSpPr>
        <p:sp>
          <p:nvSpPr>
            <p:cNvPr id="47" name="Abgerundetes Rechteck 46"/>
            <p:cNvSpPr/>
            <p:nvPr userDrawn="1"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48" name="Abgerundetes Rechteck 47"/>
            <p:cNvSpPr/>
            <p:nvPr userDrawn="1"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52" name="Abgerundetes Rechteck 51"/>
            <p:cNvSpPr/>
            <p:nvPr userDrawn="1"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27806315" name="Gruppieren 52"/>
          <p:cNvGrpSpPr/>
          <p:nvPr userDrawn="1"/>
        </p:nvGrpSpPr>
        <p:grpSpPr bwMode="auto">
          <a:xfrm>
            <a:off x="1296049" y="1252740"/>
            <a:ext cx="6930000" cy="499017"/>
            <a:chOff x="1401183" y="1449388"/>
            <a:chExt cx="9240000" cy="665355"/>
          </a:xfrm>
        </p:grpSpPr>
        <p:sp>
          <p:nvSpPr>
            <p:cNvPr id="54" name="Abgerundetes Rechteck 53"/>
            <p:cNvSpPr/>
            <p:nvPr userDrawn="1"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55" name="Abgerundetes Rechteck 54"/>
            <p:cNvSpPr/>
            <p:nvPr userDrawn="1"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944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56" name="Abgerundetes Rechteck 55"/>
            <p:cNvSpPr/>
            <p:nvPr userDrawn="1"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grpSp>
        <p:nvGrpSpPr>
          <p:cNvPr id="1292935246" name="Gruppieren 56"/>
          <p:cNvGrpSpPr/>
          <p:nvPr userDrawn="1"/>
        </p:nvGrpSpPr>
        <p:grpSpPr bwMode="auto">
          <a:xfrm>
            <a:off x="1296049" y="3806172"/>
            <a:ext cx="6930000" cy="499017"/>
            <a:chOff x="1401183" y="1449388"/>
            <a:chExt cx="9240000" cy="665355"/>
          </a:xfrm>
        </p:grpSpPr>
        <p:sp>
          <p:nvSpPr>
            <p:cNvPr id="60" name="Abgerundetes Rechteck 59"/>
            <p:cNvSpPr/>
            <p:nvPr userDrawn="1"/>
          </p:nvSpPr>
          <p:spPr bwMode="auto">
            <a:xfrm>
              <a:off x="1401183" y="1449388"/>
              <a:ext cx="9240000" cy="6653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25400" dir="2700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0" rtlCol="0" anchor="ctr"/>
            <a:lstStyle/>
            <a:p>
              <a:pPr marL="0" marR="0" lvl="0" indent="0" algn="l" defTabSz="6858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600">
                <a:solidFill>
                  <a:srgbClr val="000000"/>
                </a:solidFill>
              </a:endParaRPr>
            </a:p>
          </p:txBody>
        </p:sp>
        <p:sp>
          <p:nvSpPr>
            <p:cNvPr id="61" name="Abgerundetes Rechteck 60"/>
            <p:cNvSpPr/>
            <p:nvPr userDrawn="1"/>
          </p:nvSpPr>
          <p:spPr bwMode="auto">
            <a:xfrm>
              <a:off x="1401183" y="1449388"/>
              <a:ext cx="566333" cy="665355"/>
            </a:xfrm>
            <a:prstGeom prst="roundRect">
              <a:avLst>
                <a:gd name="adj" fmla="val 1710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  <p:sp>
          <p:nvSpPr>
            <p:cNvPr id="71" name="Abgerundetes Rechteck 70"/>
            <p:cNvSpPr/>
            <p:nvPr userDrawn="1"/>
          </p:nvSpPr>
          <p:spPr bwMode="auto">
            <a:xfrm>
              <a:off x="1695115" y="1449388"/>
              <a:ext cx="497676" cy="665355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de-CH" sz="1350"/>
            </a:p>
          </p:txBody>
        </p:sp>
      </p:grpSp>
      <p:sp>
        <p:nvSpPr>
          <p:cNvPr id="891332775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992582" y="3874462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1425641382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992582" y="3236587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1208369880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992582" y="2598712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587444546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92582" y="1959663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337137898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92582" y="1333498"/>
            <a:ext cx="6036131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273532092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22806" y="3887207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458489994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22806" y="324884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882944834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14023" y="2610491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866346871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18889" y="1971538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73511572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18179" y="1333499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3 Punkte Balken Weiss Bild Hinte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26388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682115682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553754067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00">
                <a:solidFill>
                  <a:schemeClr val="tx1"/>
                </a:solidFill>
              </a:defRPr>
            </a:lvl1pPr>
            <a:lvl2pPr marL="202406" indent="0">
              <a:lnSpc>
                <a:spcPct val="100000"/>
              </a:lnSpc>
              <a:buFontTx/>
              <a:buNone/>
              <a:defRPr sz="900"/>
            </a:lvl2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037168498" name="Textplatzhalter 2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308112" y="277762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532977458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54805" y="273093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346301331" name="Textplatzhalter 2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308112" y="214494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499026548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54805" y="209825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044151259" name="Textplatzhalter 2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308112" y="1506589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254822803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54805" y="145989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359198919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5835" y="285256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287919022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5835" y="2213512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1188703813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5835" y="1587347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537673022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7275" y="2864340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753036031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32141" y="2225386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153475259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31431" y="158734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4 Punkte Balken Weiss Bild Hinte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52935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2023910386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925098097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00">
                <a:solidFill>
                  <a:schemeClr val="tx1"/>
                </a:solidFill>
              </a:defRPr>
            </a:lvl1pPr>
            <a:lvl2pPr marL="202406" indent="0">
              <a:lnSpc>
                <a:spcPct val="100000"/>
              </a:lnSpc>
              <a:buFontTx/>
              <a:buNone/>
              <a:defRPr sz="900"/>
            </a:lvl2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402989946" name="Textplatzhalter 2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306922" y="3410308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737805562" name="Textplatzhalter 46"/>
          <p:cNvSpPr>
            <a:spLocks noGrp="1"/>
          </p:cNvSpPr>
          <p:nvPr>
            <p:ph type="body" sz="quarter" idx="42" hasCustomPrompt="1"/>
          </p:nvPr>
        </p:nvSpPr>
        <p:spPr bwMode="auto">
          <a:xfrm rot="16199998">
            <a:off x="1353615" y="3363615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166468916" name="Textplatzhalter 2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308112" y="277762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303857260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53615" y="273093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213143458" name="Textplatzhalter 2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308112" y="214494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659351744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54805" y="209825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591131255" name="Textplatzhalter 2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308112" y="1506589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</a:t>
            </a:r>
            <a:endParaRPr/>
          </a:p>
        </p:txBody>
      </p:sp>
      <p:sp>
        <p:nvSpPr>
          <p:cNvPr id="1197096934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54805" y="145989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2135634696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20878" y="3490435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611618424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5834" y="285256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1251721256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5657" y="2220028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306992092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5834" y="1587347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1429035524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51101" y="350269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875433357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7274" y="286482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475655815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32140" y="2225769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939429563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31430" y="158734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verzeichnis 5 Punkte Balken Weiss Bild Hintergru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36509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1497819333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222152862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00">
                <a:solidFill>
                  <a:schemeClr val="tx1"/>
                </a:solidFill>
              </a:defRPr>
            </a:lvl1pPr>
            <a:lvl2pPr marL="202406" indent="0">
              <a:lnSpc>
                <a:spcPct val="100000"/>
              </a:lnSpc>
              <a:buFontTx/>
              <a:buNone/>
              <a:defRPr sz="900"/>
            </a:lvl2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958946576" name="Textplatzhalter 2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308112" y="341057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1465351782" name="Textplatzhalter 46"/>
          <p:cNvSpPr>
            <a:spLocks noGrp="1"/>
          </p:cNvSpPr>
          <p:nvPr>
            <p:ph type="body" sz="quarter" idx="42" hasCustomPrompt="1"/>
          </p:nvPr>
        </p:nvSpPr>
        <p:spPr bwMode="auto">
          <a:xfrm rot="16199998">
            <a:off x="1354805" y="336388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811075437" name="Textplatzhalter 2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308113" y="2777627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1436729846" name="Textplatzhalter 46"/>
          <p:cNvSpPr>
            <a:spLocks noGrp="1"/>
          </p:cNvSpPr>
          <p:nvPr>
            <p:ph type="body" sz="quarter" idx="40" hasCustomPrompt="1"/>
          </p:nvPr>
        </p:nvSpPr>
        <p:spPr bwMode="auto">
          <a:xfrm rot="16199998">
            <a:off x="1354806" y="2730934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340045338" name="Textplatzhalter 2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308112" y="2149342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numCol="1" rtlCol="0" anchor="ctr" anchorCtr="0" compatLnSpc="1">
            <a:prstTxWarp prst="textNoShape"/>
          </a:bodyPr>
          <a:lstStyle>
            <a:lvl1pPr marL="201216" indent="-201216">
              <a:buFont typeface="Arial"/>
              <a:buChar char="•"/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00984682" name="Textplatzhalter 46"/>
          <p:cNvSpPr>
            <a:spLocks noGrp="1"/>
          </p:cNvSpPr>
          <p:nvPr>
            <p:ph type="body" sz="quarter" idx="38" hasCustomPrompt="1"/>
          </p:nvPr>
        </p:nvSpPr>
        <p:spPr bwMode="auto">
          <a:xfrm rot="16199998">
            <a:off x="1354805" y="2102407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682220807" name="Textplatzhalter 2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308112" y="1506589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>
            <a:noFill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0" rtlCol="0" anchor="ctr"/>
          <a:lstStyle>
            <a:lvl1pPr marL="0" indent="0">
              <a:buFontTx/>
              <a:buNone/>
              <a:defRPr lang="de-CH" sz="700">
                <a:solidFill>
                  <a:srgbClr val="000000"/>
                </a:solidFill>
              </a:defRPr>
            </a:lvl1pPr>
          </a:lstStyle>
          <a:p>
            <a:pPr marL="201216" marR="0" lvl="0" indent="-201216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139084384" name="Textplatzhalter 46"/>
          <p:cNvSpPr>
            <a:spLocks noGrp="1"/>
          </p:cNvSpPr>
          <p:nvPr>
            <p:ph type="body" sz="quarter" idx="36" hasCustomPrompt="1"/>
          </p:nvPr>
        </p:nvSpPr>
        <p:spPr bwMode="auto">
          <a:xfrm rot="16199998">
            <a:off x="1354805" y="1459896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327342220" name="Textplatzhalter 2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1308112" y="4049204"/>
            <a:ext cx="6947423" cy="499017"/>
          </a:xfrm>
          <a:prstGeom prst="roundRect">
            <a:avLst>
              <a:gd name="adj" fmla="val 1664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sx="1000" sy="1000" algn="ctr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00000" tIns="0" rIns="0" bIns="0" numCol="1" rtlCol="0" anchor="ctr" anchorCtr="0" compatLnSpc="1">
            <a:prstTxWarp prst="textNoShape"/>
          </a:bodyPr>
          <a:lstStyle>
            <a:lvl1pPr>
              <a:defRPr lang="de-CH" sz="700">
                <a:solidFill>
                  <a:srgbClr val="000000"/>
                </a:solidFill>
              </a:defRPr>
            </a:lvl1pPr>
          </a:lstStyle>
          <a:p>
            <a:pPr marR="0" lvl="0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/>
              <a:t>   </a:t>
            </a:r>
            <a:endParaRPr/>
          </a:p>
        </p:txBody>
      </p:sp>
      <p:sp>
        <p:nvSpPr>
          <p:cNvPr id="1624427527" name="Textplatzhalter 46"/>
          <p:cNvSpPr>
            <a:spLocks noGrp="1"/>
          </p:cNvSpPr>
          <p:nvPr>
            <p:ph type="body" sz="quarter" idx="44" hasCustomPrompt="1"/>
          </p:nvPr>
        </p:nvSpPr>
        <p:spPr bwMode="auto">
          <a:xfrm rot="16199998">
            <a:off x="1354805" y="4002511"/>
            <a:ext cx="499500" cy="592886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 marL="0" indent="0">
              <a:buNone/>
              <a:defRPr sz="600"/>
            </a:lvl1pPr>
          </a:lstStyle>
          <a:p>
            <a:pPr lvl="0">
              <a:defRPr/>
            </a:pPr>
            <a:r>
              <a:rPr lang="de-CH"/>
              <a:t> </a:t>
            </a:r>
            <a:endParaRPr/>
          </a:p>
        </p:txBody>
      </p:sp>
      <p:sp>
        <p:nvSpPr>
          <p:cNvPr id="1337827936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020880" y="412831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5 </a:t>
            </a:r>
            <a:r>
              <a:rPr lang="de-DE"/>
              <a:t>hinzufügen</a:t>
            </a:r>
            <a:endParaRPr/>
          </a:p>
        </p:txBody>
      </p:sp>
      <p:sp>
        <p:nvSpPr>
          <p:cNvPr id="363957113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022068" y="3490435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4 </a:t>
            </a:r>
            <a:r>
              <a:rPr lang="de-DE"/>
              <a:t>hinzufügen</a:t>
            </a:r>
            <a:endParaRPr/>
          </a:p>
        </p:txBody>
      </p:sp>
      <p:sp>
        <p:nvSpPr>
          <p:cNvPr id="1963037786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05836" y="2852560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3 </a:t>
            </a:r>
            <a:r>
              <a:rPr lang="de-DE"/>
              <a:t>hinzufügen</a:t>
            </a:r>
            <a:endParaRPr/>
          </a:p>
        </p:txBody>
      </p:sp>
      <p:sp>
        <p:nvSpPr>
          <p:cNvPr id="2053976405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005835" y="2216624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2 </a:t>
            </a:r>
            <a:r>
              <a:rPr lang="de-DE"/>
              <a:t>hinzufügen</a:t>
            </a:r>
            <a:endParaRPr/>
          </a:p>
        </p:txBody>
      </p:sp>
      <p:sp>
        <p:nvSpPr>
          <p:cNvPr id="294819856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005835" y="1587347"/>
            <a:ext cx="6073178" cy="348854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Text 1 </a:t>
            </a:r>
            <a:r>
              <a:rPr lang="de-DE"/>
              <a:t>hinzufügen</a:t>
            </a:r>
            <a:endParaRPr/>
          </a:p>
        </p:txBody>
      </p:sp>
      <p:sp>
        <p:nvSpPr>
          <p:cNvPr id="644907584" name="Bildplatzhalter 10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451103" y="4141055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1184356097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1452291" y="3502698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1123275510" name="Bildplatzhalter 8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427275" y="2864340"/>
            <a:ext cx="336947" cy="336947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564599416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1432141" y="2225386"/>
            <a:ext cx="336947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55472688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431431" y="158734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Agenda 5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2889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2146586004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42604051" name="Ellipse 26"/>
          <p:cNvSpPr/>
          <p:nvPr/>
        </p:nvSpPr>
        <p:spPr bwMode="auto">
          <a:xfrm>
            <a:off x="3338559" y="1250686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625910143" name="Textplatzhalter 10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400" y="2292556"/>
            <a:ext cx="2043158" cy="1322354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pPr lvl="0">
              <a:defRPr/>
            </a:pPr>
            <a:r>
              <a:rPr lang="de-CH"/>
              <a:t>Titel hinzufügen</a:t>
            </a:r>
            <a:endParaRPr/>
          </a:p>
        </p:txBody>
      </p:sp>
      <p:sp>
        <p:nvSpPr>
          <p:cNvPr id="17145942" name="Ellipse 34"/>
          <p:cNvSpPr/>
          <p:nvPr/>
        </p:nvSpPr>
        <p:spPr bwMode="auto">
          <a:xfrm>
            <a:off x="3646340" y="1942003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967066763" name="Textplatzhalter 10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610942" y="2082544"/>
            <a:ext cx="3517502" cy="348854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pPr lvl="0">
              <a:defRPr/>
            </a:pPr>
            <a:r>
              <a:rPr lang="de-CH"/>
              <a:t>Text hinzufügen</a:t>
            </a:r>
            <a:endParaRPr/>
          </a:p>
        </p:txBody>
      </p:sp>
      <p:sp>
        <p:nvSpPr>
          <p:cNvPr id="346688660" name="Ellipse 38"/>
          <p:cNvSpPr/>
          <p:nvPr/>
        </p:nvSpPr>
        <p:spPr bwMode="auto">
          <a:xfrm>
            <a:off x="3338559" y="3969495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757056832" name="Ellipse 42"/>
          <p:cNvSpPr/>
          <p:nvPr/>
        </p:nvSpPr>
        <p:spPr bwMode="auto">
          <a:xfrm>
            <a:off x="3646340" y="3298500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427259842" name="Ellipse 46"/>
          <p:cNvSpPr/>
          <p:nvPr/>
        </p:nvSpPr>
        <p:spPr bwMode="auto">
          <a:xfrm>
            <a:off x="3934244" y="2630484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865625081" name="Freihandform 31"/>
          <p:cNvSpPr/>
          <p:nvPr/>
        </p:nvSpPr>
        <p:spPr bwMode="auto">
          <a:xfrm rot="18900000" flipH="1">
            <a:off x="4623877" y="2847369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177774045" name="Freihandform 41"/>
          <p:cNvSpPr/>
          <p:nvPr/>
        </p:nvSpPr>
        <p:spPr bwMode="auto">
          <a:xfrm rot="18900000" flipH="1">
            <a:off x="4896583" y="2158296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757470617" name="Freihandform 40"/>
          <p:cNvSpPr/>
          <p:nvPr/>
        </p:nvSpPr>
        <p:spPr bwMode="auto">
          <a:xfrm rot="18900000" flipH="1">
            <a:off x="5192151" y="1475330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1732109067" name="Freihandform 44"/>
          <p:cNvSpPr/>
          <p:nvPr/>
        </p:nvSpPr>
        <p:spPr bwMode="auto">
          <a:xfrm rot="18900000" flipH="1">
            <a:off x="4896584" y="771570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1378430019" name="Freihandform 32"/>
          <p:cNvSpPr/>
          <p:nvPr/>
        </p:nvSpPr>
        <p:spPr bwMode="auto">
          <a:xfrm rot="18900000" flipH="1">
            <a:off x="4623877" y="95805"/>
            <a:ext cx="2956976" cy="2956975"/>
          </a:xfrm>
          <a:custGeom>
            <a:avLst/>
            <a:gdLst>
              <a:gd name="connsiteX0" fmla="*/ 3411422 w 3942634"/>
              <a:gd name="connsiteY0" fmla="*/ 34305 h 3942633"/>
              <a:gd name="connsiteX1" fmla="*/ 34305 w 3942634"/>
              <a:gd name="connsiteY1" fmla="*/ 3411421 h 3942633"/>
              <a:gd name="connsiteX2" fmla="*/ 34305 w 3942634"/>
              <a:gd name="connsiteY2" fmla="*/ 3577061 h 3942633"/>
              <a:gd name="connsiteX3" fmla="*/ 365573 w 3942634"/>
              <a:gd name="connsiteY3" fmla="*/ 3908328 h 3942633"/>
              <a:gd name="connsiteX4" fmla="*/ 531213 w 3942634"/>
              <a:gd name="connsiteY4" fmla="*/ 3908328 h 3942633"/>
              <a:gd name="connsiteX5" fmla="*/ 3908329 w 3942634"/>
              <a:gd name="connsiteY5" fmla="*/ 531212 h 3942633"/>
              <a:gd name="connsiteX6" fmla="*/ 3908329 w 3942634"/>
              <a:gd name="connsiteY6" fmla="*/ 365572 h 3942633"/>
              <a:gd name="connsiteX7" fmla="*/ 3851162 w 3942634"/>
              <a:gd name="connsiteY7" fmla="*/ 306601 h 3942633"/>
              <a:gd name="connsiteX8" fmla="*/ 3842835 w 3942634"/>
              <a:gd name="connsiteY8" fmla="*/ 298379 h 3942633"/>
              <a:gd name="connsiteX9" fmla="*/ 3843385 w 3942634"/>
              <a:gd name="connsiteY9" fmla="*/ 297052 h 3942633"/>
              <a:gd name="connsiteX10" fmla="*/ 3843385 w 3942634"/>
              <a:gd name="connsiteY10" fmla="*/ 138810 h 3942633"/>
              <a:gd name="connsiteX11" fmla="*/ 3803823 w 3942634"/>
              <a:gd name="connsiteY11" fmla="*/ 99248 h 3942633"/>
              <a:gd name="connsiteX12" fmla="*/ 3645581 w 3942634"/>
              <a:gd name="connsiteY12" fmla="*/ 99248 h 3942633"/>
              <a:gd name="connsiteX13" fmla="*/ 3642625 w 3942634"/>
              <a:gd name="connsiteY13" fmla="*/ 100472 h 3942633"/>
              <a:gd name="connsiteX14" fmla="*/ 3577062 w 3942634"/>
              <a:gd name="connsiteY14" fmla="*/ 34305 h 3942633"/>
              <a:gd name="connsiteX15" fmla="*/ 3411422 w 3942634"/>
              <a:gd name="connsiteY15" fmla="*/ 34305 h 394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42634" h="3942633" fill="norm" stroke="1" extrusionOk="0">
                <a:moveTo>
                  <a:pt x="3411422" y="34305"/>
                </a:moveTo>
                <a:lnTo>
                  <a:pt x="34305" y="3411421"/>
                </a:lnTo>
                <a:cubicBezTo>
                  <a:pt x="-11435" y="3457161"/>
                  <a:pt x="-11435" y="3531321"/>
                  <a:pt x="34305" y="3577061"/>
                </a:cubicBezTo>
                <a:lnTo>
                  <a:pt x="365573" y="3908328"/>
                </a:lnTo>
                <a:cubicBezTo>
                  <a:pt x="411313" y="3954068"/>
                  <a:pt x="485473" y="3954068"/>
                  <a:pt x="531213" y="3908328"/>
                </a:cubicBezTo>
                <a:lnTo>
                  <a:pt x="3908329" y="531212"/>
                </a:lnTo>
                <a:cubicBezTo>
                  <a:pt x="3954069" y="485472"/>
                  <a:pt x="3954069" y="411312"/>
                  <a:pt x="3908329" y="365572"/>
                </a:cubicBezTo>
                <a:lnTo>
                  <a:pt x="3851162" y="306601"/>
                </a:lnTo>
                <a:lnTo>
                  <a:pt x="3842835" y="298379"/>
                </a:lnTo>
                <a:lnTo>
                  <a:pt x="3843385" y="297052"/>
                </a:lnTo>
                <a:lnTo>
                  <a:pt x="3843385" y="138810"/>
                </a:lnTo>
                <a:cubicBezTo>
                  <a:pt x="3843385" y="116961"/>
                  <a:pt x="3825672" y="99248"/>
                  <a:pt x="3803823" y="99248"/>
                </a:cubicBezTo>
                <a:lnTo>
                  <a:pt x="3645581" y="99248"/>
                </a:lnTo>
                <a:lnTo>
                  <a:pt x="3642625" y="100472"/>
                </a:lnTo>
                <a:lnTo>
                  <a:pt x="3577062" y="34305"/>
                </a:lnTo>
                <a:cubicBezTo>
                  <a:pt x="3531322" y="-11435"/>
                  <a:pt x="3457162" y="-11435"/>
                  <a:pt x="3411422" y="34305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83131176" name="Textplatzhalter 10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4905352" y="2782378"/>
            <a:ext cx="3517502" cy="348854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pPr lvl="0">
              <a:defRPr/>
            </a:pPr>
            <a:r>
              <a:rPr lang="de-CH"/>
              <a:t>Text hinzufügen</a:t>
            </a:r>
            <a:endParaRPr/>
          </a:p>
        </p:txBody>
      </p:sp>
      <p:sp>
        <p:nvSpPr>
          <p:cNvPr id="1411248701" name="Textplatzhalter 10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352673" y="1404730"/>
            <a:ext cx="3517502" cy="348854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pPr lvl="0">
              <a:defRPr/>
            </a:pPr>
            <a:r>
              <a:rPr lang="de-CH"/>
              <a:t>Text hinzufügen</a:t>
            </a:r>
            <a:endParaRPr/>
          </a:p>
        </p:txBody>
      </p:sp>
      <p:sp>
        <p:nvSpPr>
          <p:cNvPr id="115585603" name="Textplatzhalter 10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610941" y="3463930"/>
            <a:ext cx="3517502" cy="348854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pPr lvl="0">
              <a:defRPr/>
            </a:pPr>
            <a:r>
              <a:rPr lang="de-CH"/>
              <a:t>Text hinzufügen</a:t>
            </a:r>
            <a:endParaRPr/>
          </a:p>
        </p:txBody>
      </p:sp>
      <p:sp>
        <p:nvSpPr>
          <p:cNvPr id="1906857422" name="Textplatzhalter 10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304183" y="4155247"/>
            <a:ext cx="3517502" cy="348854"/>
          </a:xfrm>
        </p:spPr>
        <p:txBody>
          <a:bodyPr anchor="ctr"/>
          <a:lstStyle>
            <a:lvl1pPr marL="0" indent="0">
              <a:buFontTx/>
              <a:buNone/>
              <a:defRPr/>
            </a:lvl1pPr>
          </a:lstStyle>
          <a:p>
            <a:pPr lvl="0">
              <a:defRPr/>
            </a:pPr>
            <a:r>
              <a:rPr lang="de-CH"/>
              <a:t>Text hinzufügen</a:t>
            </a:r>
            <a:endParaRPr/>
          </a:p>
        </p:txBody>
      </p:sp>
      <p:sp>
        <p:nvSpPr>
          <p:cNvPr id="2139738650" name="Bildplatzhalter 5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3490453" y="412139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303925322" name="Bildplatzhalter 4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3798234" y="3450395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871501290" name="Bildplatzhalter 3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4086138" y="2782379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935629000" name="Bildplatzhalter 2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3798234" y="209389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473648829" name="Bildplatzhalter 1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3490453" y="140258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Zwischentitel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075830" name="Rechteck 3"/>
          <p:cNvSpPr/>
          <p:nvPr/>
        </p:nvSpPr>
        <p:spPr bwMode="auto">
          <a:xfrm>
            <a:off x="0" y="1087041"/>
            <a:ext cx="9144000" cy="4056459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Times"/>
            </a:endParaRPr>
          </a:p>
        </p:txBody>
      </p:sp>
      <p:sp>
        <p:nvSpPr>
          <p:cNvPr id="6699047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295400" y="2016177"/>
            <a:ext cx="7473591" cy="1435307"/>
          </a:xfrm>
        </p:spPr>
        <p:txBody>
          <a:bodyPr/>
          <a:lstStyle>
            <a:lvl1pPr>
              <a:lnSpc>
                <a:spcPts val="6000"/>
              </a:lnSpc>
              <a:defRPr sz="5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Inhaltssei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915104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023067555" name="Inhaltsplatzhalter 3"/>
          <p:cNvSpPr>
            <a:spLocks noGrp="1"/>
          </p:cNvSpPr>
          <p:nvPr>
            <p:ph sz="quarter" idx="10" hasCustomPrompt="1"/>
          </p:nvPr>
        </p:nvSpPr>
        <p:spPr bwMode="auto">
          <a:xfrm>
            <a:off x="1295399" y="1248966"/>
            <a:ext cx="7490223" cy="3233034"/>
          </a:xfrm>
        </p:spPr>
        <p:txBody>
          <a:bodyPr/>
          <a:lstStyle>
            <a:lvl1pPr marL="201216" indent="-201216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 marL="403622" indent="-202406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604838" indent="-201216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807244" indent="-202406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1008460" indent="-201216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2111786956" name="Foliennummernplatzhalter 2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Zwei Inhal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27431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047808380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1295399" y="1248966"/>
            <a:ext cx="3427487" cy="3233034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1183336706" name="Inhaltsplatzhalter 2"/>
          <p:cNvSpPr>
            <a:spLocks noGrp="1"/>
          </p:cNvSpPr>
          <p:nvPr>
            <p:ph idx="10" hasCustomPrompt="1"/>
          </p:nvPr>
        </p:nvSpPr>
        <p:spPr bwMode="auto">
          <a:xfrm>
            <a:off x="5357532" y="1248966"/>
            <a:ext cx="3427487" cy="3233034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999862079" name="Foliennummernplatzhalter 2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Nur Titel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679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21937716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Leer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29532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und Text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61452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727913692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86169472" name="Textplatzhalter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299881" y="1248967"/>
            <a:ext cx="2445879" cy="323969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01216" indent="0">
              <a:buFontTx/>
              <a:buNone/>
              <a:defRPr/>
            </a:lvl2pPr>
            <a:lvl3pPr marL="403622" indent="0">
              <a:buFontTx/>
              <a:buNone/>
              <a:defRPr/>
            </a:lvl3pPr>
            <a:lvl4pPr marL="604838" indent="0">
              <a:buFontTx/>
              <a:buNone/>
              <a:defRPr/>
            </a:lvl4pPr>
            <a:lvl5pPr marL="807244" indent="0"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</a:t>
            </a:r>
            <a:r>
              <a:rPr lang="de-CH"/>
              <a:t>hinzufügen</a:t>
            </a:r>
            <a:endParaRPr/>
          </a:p>
        </p:txBody>
      </p:sp>
      <p:sp>
        <p:nvSpPr>
          <p:cNvPr id="544102614" name="Bildplatzhalt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4023865" y="1248967"/>
            <a:ext cx="4749975" cy="3239690"/>
          </a:xfrm>
        </p:spPr>
        <p:txBody>
          <a:bodyPr/>
          <a:lstStyle>
            <a:lvl1pPr>
              <a:defRPr sz="2100"/>
            </a:lvl1pPr>
          </a:lstStyle>
          <a:p>
            <a:pPr>
              <a:defRPr/>
            </a:pPr>
            <a:r>
              <a:rPr lang="de-CH"/>
              <a:t>Bild durch Klicken auf Symbol hinzufügen oder Bild anklicken und Bild via Mediaset auswählen</a:t>
            </a:r>
            <a:endParaRPr/>
          </a:p>
          <a:p>
            <a:pPr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gross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449392" name="Titel 2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541833912" name="Foliennummernplatzhalter 1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953296928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95400" y="1248967"/>
            <a:ext cx="7490223" cy="3239690"/>
          </a:xfrm>
        </p:spPr>
        <p:txBody>
          <a:bodyPr/>
          <a:lstStyle>
            <a:lvl1pPr marL="201216" marR="0" indent="-201216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defRPr sz="2100"/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defRPr/>
            </a:pPr>
            <a:r>
              <a:rPr lang="de-DE"/>
              <a:t>Bild durch Klicken auf Symbol hinzufügen oder Bild anklicken und Bild via Mediaset auswählen</a:t>
            </a:r>
            <a:endParaRPr lang="de-CH"/>
          </a:p>
          <a:p>
            <a:pPr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gros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1194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743729805" name="Rechteck 4"/>
          <p:cNvSpPr/>
          <p:nvPr/>
        </p:nvSpPr>
        <p:spPr bwMode="auto">
          <a:xfrm>
            <a:off x="1189" y="897730"/>
            <a:ext cx="9144000" cy="424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809221459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2"/>
            <a:ext cx="9144000" cy="4056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1200">
                <a:solidFill>
                  <a:schemeClr val="tx1"/>
                </a:solidFill>
              </a:defRPr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CH"/>
              <a:t>Bild durch Klicken auf Symbol hinzufügen oder Bild anklicken und Bild via Mediaset auswählen</a:t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Weisser Text vor Hintergrundbild, mit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62681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572728741" name="Rechteck 4"/>
          <p:cNvSpPr/>
          <p:nvPr/>
        </p:nvSpPr>
        <p:spPr bwMode="auto">
          <a:xfrm>
            <a:off x="1189" y="897730"/>
            <a:ext cx="9144000" cy="424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98293605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2"/>
            <a:ext cx="9144000" cy="4056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1200">
                <a:solidFill>
                  <a:schemeClr val="tx1"/>
                </a:solidFill>
              </a:defRPr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Bild einfügen durch Bild anklicken und Bild via </a:t>
            </a:r>
            <a:r>
              <a:rPr lang="de-CH"/>
              <a:t>Mediaset auswählen oder via Einfügen &gt; Bilder</a:t>
            </a:r>
            <a:br>
              <a:rPr lang="de-CH"/>
            </a:br>
            <a:r>
              <a:rPr lang="de-CH"/>
              <a:t>2. Bild verdunkeln &gt; Rechtsklick auf Bild &gt; Grafik formatieren &gt; Bildkorrekturen &gt; Helligkeit</a:t>
            </a:r>
            <a:endParaRPr/>
          </a:p>
        </p:txBody>
      </p:sp>
      <p:sp>
        <p:nvSpPr>
          <p:cNvPr id="1432562411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01249" y="2030581"/>
            <a:ext cx="8141501" cy="2176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600"/>
              </a:lnSpc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Weisser Text vor Hintergrund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650776" name="Rechteck 4"/>
          <p:cNvSpPr/>
          <p:nvPr/>
        </p:nvSpPr>
        <p:spPr bwMode="auto">
          <a:xfrm>
            <a:off x="1189" y="897730"/>
            <a:ext cx="9144000" cy="424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937335114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2"/>
            <a:ext cx="9144000" cy="40564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1200">
                <a:solidFill>
                  <a:schemeClr val="tx1"/>
                </a:solidFill>
              </a:defRPr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Bild einfügen durch Bild anklicken und Bild via </a:t>
            </a:r>
            <a:r>
              <a:rPr lang="de-CH"/>
              <a:t>Mediaset auswählen oder via Einfügen &gt; Bilder</a:t>
            </a:r>
            <a:br>
              <a:rPr lang="de-CH"/>
            </a:br>
            <a:r>
              <a:rPr lang="de-CH"/>
              <a:t>2. Bild verdunkeln &gt; Rechtsklick auf Bild &gt; Grafik formatieren &gt; Bildkorrekturen &gt; Helligkeit</a:t>
            </a:r>
            <a:endParaRPr/>
          </a:p>
        </p:txBody>
      </p:sp>
      <p:sp>
        <p:nvSpPr>
          <p:cNvPr id="1997716978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01249" y="2030581"/>
            <a:ext cx="8141501" cy="2176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600"/>
              </a:lnSpc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Hintergrund 1 Punk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77509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1983292696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2084571729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1"/>
            <a:ext cx="9144000" cy="4056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50">
                <a:solidFill>
                  <a:schemeClr val="tx1"/>
                </a:solidFill>
              </a:defRPr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458111384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295399" y="2131694"/>
            <a:ext cx="7490223" cy="2002754"/>
          </a:xfrm>
          <a:prstGeom prst="roundRect">
            <a:avLst>
              <a:gd name="adj" fmla="val 8657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216000" tIns="540000" rIns="216000" bIns="21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232682042" name="Textplatzhalt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295399" y="1517688"/>
            <a:ext cx="7490223" cy="914086"/>
          </a:xfrm>
          <a:prstGeom prst="round2SameRect">
            <a:avLst>
              <a:gd name="adj1" fmla="val 19221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216000" tIns="180000" rIns="36000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089707747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8244510" y="174762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Hintergrund 2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55379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315614043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252676615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1"/>
            <a:ext cx="9144000" cy="4056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50">
                <a:solidFill>
                  <a:schemeClr val="tx1"/>
                </a:solidFill>
              </a:defRPr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29911377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312941" y="2131694"/>
            <a:ext cx="3641856" cy="2561750"/>
          </a:xfrm>
          <a:prstGeom prst="roundRect">
            <a:avLst>
              <a:gd name="adj" fmla="val 5977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216000" tIns="540000" rIns="216000" bIns="21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893413661" name="Textplatzhalt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312941" y="1517688"/>
            <a:ext cx="3641856" cy="960041"/>
          </a:xfrm>
          <a:prstGeom prst="round2SameRect">
            <a:avLst>
              <a:gd name="adj1" fmla="val 18288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216000" tIns="180000" rIns="36000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295325143" name="Bildplatzhalter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447913" y="174762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1630700121" name="Textplatzhalter 10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143367" y="2131694"/>
            <a:ext cx="3641857" cy="2561750"/>
          </a:xfrm>
          <a:prstGeom prst="roundRect">
            <a:avLst>
              <a:gd name="adj" fmla="val 5977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216000" tIns="540000" rIns="216000" bIns="21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958408720" name="Textplatzhalter 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143367" y="1517688"/>
            <a:ext cx="3641857" cy="960041"/>
          </a:xfrm>
          <a:prstGeom prst="round2SameRect">
            <a:avLst>
              <a:gd name="adj1" fmla="val 18288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216000" tIns="180000" rIns="36000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017104594" name="Bildplatzhalter 4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8278340" y="1747621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Bild Hintergrund 3 Punk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61813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 lang="de-CH"/>
          </a:p>
        </p:txBody>
      </p:sp>
      <p:sp>
        <p:nvSpPr>
          <p:cNvPr id="1123901764" name="Rechteck 4"/>
          <p:cNvSpPr/>
          <p:nvPr userDrawn="1"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778425786" name="Bildplatzhalter 3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1087041"/>
            <a:ext cx="9144000" cy="4056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01216" marR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 sz="850">
                <a:solidFill>
                  <a:schemeClr val="tx1"/>
                </a:solidFill>
              </a:defRPr>
            </a:lvl1pPr>
          </a:lstStyle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r>
              <a:rPr lang="de-DE"/>
              <a:t>1. Hintergrundbild zuerst einfügen durch klicken auf Bild, dann entweder via </a:t>
            </a:r>
            <a:r>
              <a:rPr lang="de-CH"/>
              <a:t>Mediaset oder via Einfügen &gt; Bilder / 2. Bild verdunkeln &gt; Rechtsklick auf Bild &gt; Grafik formatieren &gt; Bildkorrekturen &gt; Helligkeit</a:t>
            </a:r>
            <a:endParaRPr/>
          </a:p>
          <a:p>
            <a:pPr marL="201216" marR="0" lvl="0" indent="-201216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defRPr/>
            </a:pPr>
            <a:endParaRPr lang="de-CH"/>
          </a:p>
        </p:txBody>
      </p:sp>
      <p:sp>
        <p:nvSpPr>
          <p:cNvPr id="1578778617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306319" y="2336229"/>
            <a:ext cx="2325292" cy="2372856"/>
          </a:xfrm>
          <a:prstGeom prst="roundRect">
            <a:avLst>
              <a:gd name="adj" fmla="val 6521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72000" tIns="540000" rIns="216000" bIns="21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2021690922" name="Textplatzhalt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306319" y="1517688"/>
            <a:ext cx="2325292" cy="1177665"/>
          </a:xfrm>
          <a:prstGeom prst="round2SameRect">
            <a:avLst>
              <a:gd name="adj1" fmla="val 1828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72000" tIns="72000" rIns="7200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649483649" name="Textplatzhalter 10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460527" y="2320588"/>
            <a:ext cx="2325292" cy="2372856"/>
          </a:xfrm>
          <a:prstGeom prst="roundRect">
            <a:avLst>
              <a:gd name="adj" fmla="val 6521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72000" tIns="540000" rIns="216000" bIns="21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1620012690" name="Textplatzhalter 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60527" y="1517688"/>
            <a:ext cx="2325292" cy="1177665"/>
          </a:xfrm>
          <a:prstGeom prst="round2SameRect">
            <a:avLst>
              <a:gd name="adj1" fmla="val 1828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72000" tIns="72000" rIns="7200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353619094" name="Textplatzhalter 10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3883423" y="2320588"/>
            <a:ext cx="2325292" cy="2372856"/>
          </a:xfrm>
          <a:prstGeom prst="roundRect">
            <a:avLst>
              <a:gd name="adj" fmla="val 6521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txBody>
          <a:bodyPr lIns="72000" tIns="540000" rIns="216000" bIns="216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954368002" name="Textplatzhalter 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83423" y="1517688"/>
            <a:ext cx="2325292" cy="1177665"/>
          </a:xfrm>
          <a:prstGeom prst="round2SameRect">
            <a:avLst>
              <a:gd name="adj1" fmla="val 1828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lIns="72000" tIns="72000" rIns="7200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Tabelle und Text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05726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210331694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741204606" name="Tabellenplatzhalter 5"/>
          <p:cNvSpPr>
            <a:spLocks noGrp="1"/>
          </p:cNvSpPr>
          <p:nvPr>
            <p:ph type="tbl" sz="quarter" idx="11"/>
          </p:nvPr>
        </p:nvSpPr>
        <p:spPr bwMode="auto">
          <a:xfrm>
            <a:off x="3525671" y="1248966"/>
            <a:ext cx="5257694" cy="3239690"/>
          </a:xfrm>
        </p:spPr>
        <p:txBody>
          <a:bodyPr/>
          <a:lstStyle>
            <a:lvl1pPr>
              <a:defRPr sz="2100"/>
            </a:lvl1pPr>
          </a:lstStyle>
          <a:p>
            <a:pPr>
              <a:defRPr/>
            </a:pPr>
            <a:r>
              <a:rPr lang="de-DE"/>
              <a:t>Tabelle durch Klicken auf Symbol hinzufügen</a:t>
            </a:r>
            <a:endParaRPr lang="de-CH"/>
          </a:p>
        </p:txBody>
      </p:sp>
      <p:sp>
        <p:nvSpPr>
          <p:cNvPr id="978736670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295399" y="1248967"/>
            <a:ext cx="2163367" cy="323969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Tabelle gross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45559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734587492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470904586" name="Tabellenplatzhalter 5"/>
          <p:cNvSpPr>
            <a:spLocks noGrp="1"/>
          </p:cNvSpPr>
          <p:nvPr>
            <p:ph type="tbl" sz="quarter" idx="11"/>
          </p:nvPr>
        </p:nvSpPr>
        <p:spPr bwMode="auto">
          <a:xfrm>
            <a:off x="1295400" y="1248966"/>
            <a:ext cx="7478440" cy="3239690"/>
          </a:xfrm>
        </p:spPr>
        <p:txBody>
          <a:bodyPr/>
          <a:lstStyle>
            <a:lvl1pPr>
              <a:defRPr sz="2100"/>
            </a:lvl1pPr>
          </a:lstStyle>
          <a:p>
            <a:pPr>
              <a:defRPr/>
            </a:pPr>
            <a:r>
              <a:rPr lang="de-DE"/>
              <a:t>Tabelle durch Klicken auf Symbol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Diagramm und Text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44945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768799741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040439139" name="Diagrammplatzhalter 5"/>
          <p:cNvSpPr>
            <a:spLocks noGrp="1"/>
          </p:cNvSpPr>
          <p:nvPr>
            <p:ph type="chart" sz="quarter" idx="11"/>
          </p:nvPr>
        </p:nvSpPr>
        <p:spPr bwMode="auto">
          <a:xfrm>
            <a:off x="3524250" y="1248966"/>
            <a:ext cx="5256900" cy="3239690"/>
          </a:xfrm>
        </p:spPr>
        <p:txBody>
          <a:bodyPr/>
          <a:lstStyle>
            <a:lvl1pPr>
              <a:defRPr sz="2100"/>
            </a:lvl1pPr>
          </a:lstStyle>
          <a:p>
            <a:pPr>
              <a:defRPr/>
            </a:pPr>
            <a:r>
              <a:rPr lang="de-DE"/>
              <a:t>Diagramm durch Klicken auf Symbol hinzufügen</a:t>
            </a:r>
            <a:endParaRPr lang="de-CH"/>
          </a:p>
        </p:txBody>
      </p:sp>
      <p:sp>
        <p:nvSpPr>
          <p:cNvPr id="1731884145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295399" y="1248967"/>
            <a:ext cx="2163367" cy="323969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Diagramm gross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22505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494743721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321963626" name="Diagrammplatzhalter 5"/>
          <p:cNvSpPr>
            <a:spLocks noGrp="1"/>
          </p:cNvSpPr>
          <p:nvPr>
            <p:ph type="chart" sz="quarter" idx="11"/>
          </p:nvPr>
        </p:nvSpPr>
        <p:spPr bwMode="auto">
          <a:xfrm>
            <a:off x="1295400" y="1248966"/>
            <a:ext cx="7478441" cy="3239690"/>
          </a:xfrm>
        </p:spPr>
        <p:txBody>
          <a:bodyPr/>
          <a:lstStyle>
            <a:lvl1pPr>
              <a:defRPr sz="2100"/>
            </a:lvl1pPr>
          </a:lstStyle>
          <a:p>
            <a:pPr>
              <a:defRPr/>
            </a:pPr>
            <a:r>
              <a:rPr lang="de-DE"/>
              <a:t>Diagramm durch Klicken auf Symbol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Details 6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1884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0306359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439859284" name="Ellipse 12"/>
          <p:cNvSpPr/>
          <p:nvPr/>
        </p:nvSpPr>
        <p:spPr bwMode="auto">
          <a:xfrm>
            <a:off x="1301669" y="1258251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336011063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131429" y="1258251"/>
            <a:ext cx="2858473" cy="64129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1 durch Klicken hinzufügen</a:t>
            </a:r>
            <a:endParaRPr lang="de-CH"/>
          </a:p>
        </p:txBody>
      </p:sp>
      <p:sp>
        <p:nvSpPr>
          <p:cNvPr id="905484721" name="Ellipse 16"/>
          <p:cNvSpPr/>
          <p:nvPr/>
        </p:nvSpPr>
        <p:spPr bwMode="auto">
          <a:xfrm>
            <a:off x="5096990" y="1253526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882583216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926750" y="1253526"/>
            <a:ext cx="2858473" cy="641290"/>
          </a:xfrm>
        </p:spPr>
        <p:txBody>
          <a:bodyPr anchor="ctr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4 durch Klicken hinzufügen</a:t>
            </a:r>
            <a:endParaRPr lang="de-CH"/>
          </a:p>
        </p:txBody>
      </p:sp>
      <p:sp>
        <p:nvSpPr>
          <p:cNvPr id="1975377028" name="Ellipse 19"/>
          <p:cNvSpPr/>
          <p:nvPr/>
        </p:nvSpPr>
        <p:spPr bwMode="auto">
          <a:xfrm>
            <a:off x="1301669" y="3439840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504703728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116202" y="3439840"/>
            <a:ext cx="2858473" cy="641290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3 durch Klicken hinzufügen</a:t>
            </a:r>
            <a:endParaRPr lang="de-CH"/>
          </a:p>
        </p:txBody>
      </p:sp>
      <p:sp>
        <p:nvSpPr>
          <p:cNvPr id="1626948399" name="Ellipse 22"/>
          <p:cNvSpPr/>
          <p:nvPr/>
        </p:nvSpPr>
        <p:spPr bwMode="auto">
          <a:xfrm>
            <a:off x="1301669" y="2347531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93043813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2131429" y="2347531"/>
            <a:ext cx="2858473" cy="641290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2 durch Klicken hinzufügen</a:t>
            </a:r>
            <a:endParaRPr lang="de-CH"/>
          </a:p>
        </p:txBody>
      </p:sp>
      <p:sp>
        <p:nvSpPr>
          <p:cNvPr id="841341433" name="Ellipse 25"/>
          <p:cNvSpPr/>
          <p:nvPr/>
        </p:nvSpPr>
        <p:spPr bwMode="auto">
          <a:xfrm>
            <a:off x="5085606" y="2362855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66825411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15367" y="2362855"/>
            <a:ext cx="2858473" cy="641290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5 durch Klicken hinzufügen</a:t>
            </a:r>
            <a:endParaRPr lang="de-CH"/>
          </a:p>
        </p:txBody>
      </p:sp>
      <p:sp>
        <p:nvSpPr>
          <p:cNvPr id="223122294" name="Ellipse 28"/>
          <p:cNvSpPr/>
          <p:nvPr/>
        </p:nvSpPr>
        <p:spPr bwMode="auto">
          <a:xfrm>
            <a:off x="5085606" y="3467943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692557263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915367" y="3467943"/>
            <a:ext cx="2858473" cy="641290"/>
          </a:xfrm>
        </p:spPr>
        <p:txBody>
          <a:bodyPr anchor="ctr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6 durch Klicken hinzufügen</a:t>
            </a:r>
            <a:endParaRPr lang="de-CH"/>
          </a:p>
        </p:txBody>
      </p:sp>
      <p:sp>
        <p:nvSpPr>
          <p:cNvPr id="678315630" name="Bildplatzhalter 48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5237182" y="3619519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1006660522" name="Bildplatzhalter 46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5237182" y="2514430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1410602800" name="Bildplatzhalter 44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5248566" y="1422355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382404297" name="Bildplatzhalter 42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1453244" y="3591415"/>
            <a:ext cx="338138" cy="338138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33704932" name="Bildplatzhalter 40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1453244" y="2499106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025758563" name="Bildplatzhalter 38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1453244" y="1410423"/>
            <a:ext cx="338138" cy="336947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Services 6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29407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98671867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907286586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151307" y="1258251"/>
            <a:ext cx="2858473" cy="295937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1 hinzufügen</a:t>
            </a:r>
            <a:endParaRPr lang="de-CH"/>
          </a:p>
        </p:txBody>
      </p:sp>
      <p:sp>
        <p:nvSpPr>
          <p:cNvPr id="714968975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151307" y="1554188"/>
            <a:ext cx="2858473" cy="641290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958009565" name="Textplatzhalter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151307" y="2340943"/>
            <a:ext cx="2858473" cy="295937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2 hinzufügen</a:t>
            </a:r>
            <a:endParaRPr lang="de-CH"/>
          </a:p>
        </p:txBody>
      </p:sp>
      <p:sp>
        <p:nvSpPr>
          <p:cNvPr id="958304878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151307" y="2636880"/>
            <a:ext cx="2858473" cy="641290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05249793" name="Textplatzhalter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136080" y="3439840"/>
            <a:ext cx="2858473" cy="295937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3 hinzufügen</a:t>
            </a:r>
            <a:endParaRPr lang="de-CH"/>
          </a:p>
        </p:txBody>
      </p:sp>
      <p:sp>
        <p:nvSpPr>
          <p:cNvPr id="345118090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36080" y="3747366"/>
            <a:ext cx="2858473" cy="641290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67614255" name="Textplatzhalter 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915367" y="1246262"/>
            <a:ext cx="2858473" cy="295937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4 hinzufügen</a:t>
            </a:r>
            <a:endParaRPr lang="de-CH"/>
          </a:p>
        </p:txBody>
      </p:sp>
      <p:sp>
        <p:nvSpPr>
          <p:cNvPr id="1516566254" name="Textplatzhalter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915367" y="1553789"/>
            <a:ext cx="2858473" cy="641290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284763171" name="Textplatzhalter 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915367" y="2347531"/>
            <a:ext cx="2858473" cy="295937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5 hinzufügen</a:t>
            </a:r>
            <a:endParaRPr lang="de-CH"/>
          </a:p>
        </p:txBody>
      </p:sp>
      <p:sp>
        <p:nvSpPr>
          <p:cNvPr id="585768648" name="Textplatzhalter 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5915367" y="2655057"/>
            <a:ext cx="2858473" cy="641290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077756930" name="Textplatzhalter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5915367" y="3451429"/>
            <a:ext cx="2858473" cy="295937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6 hinzufügen</a:t>
            </a:r>
            <a:endParaRPr lang="de-CH"/>
          </a:p>
        </p:txBody>
      </p:sp>
      <p:sp>
        <p:nvSpPr>
          <p:cNvPr id="495969063" name="Textplatzhalter 4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5915367" y="3758956"/>
            <a:ext cx="2858473" cy="641290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992827347" name="Bildplatzhalter Rechts unten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5237501" y="3448597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1205722613" name="Bildplatzhalter Rechts mitte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5237501" y="2343830"/>
            <a:ext cx="337500" cy="3375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5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1312873621" name="Bildplatzhalter Rechts Oben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237501" y="1260287"/>
            <a:ext cx="337500" cy="3375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4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1235672758" name="Bildplatzhalter Links unten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1322553" y="3448597"/>
            <a:ext cx="337500" cy="337500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3 Bild klicken &gt; Mediaset</a:t>
            </a:r>
            <a:endParaRPr/>
          </a:p>
          <a:p>
            <a:pPr>
              <a:defRPr/>
            </a:pPr>
            <a:endParaRPr lang="de-CH"/>
          </a:p>
        </p:txBody>
      </p:sp>
      <p:sp>
        <p:nvSpPr>
          <p:cNvPr id="2067326139" name="Bildplatzhalter Links mitte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322553" y="2353424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946063794" name="Bildplatzhalter Links oben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322553" y="1258250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Facts 8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63330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366226289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601888630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216162" y="1672144"/>
            <a:ext cx="1570466" cy="598185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</p:txBody>
      </p:sp>
      <p:sp>
        <p:nvSpPr>
          <p:cNvPr id="866726282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315591" y="2285338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1520094939" name="Gerader Verbinder 5"/>
          <p:cNvCxnSpPr/>
          <p:nvPr/>
        </p:nvCxnSpPr>
        <p:spPr bwMode="auto">
          <a:xfrm>
            <a:off x="1299354" y="2972817"/>
            <a:ext cx="748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49823103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217407" y="2285338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134086179" name="Textplatzhalter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3288344" y="1672144"/>
            <a:ext cx="1570466" cy="598185"/>
          </a:xfrm>
        </p:spPr>
        <p:txBody>
          <a:bodyPr anchor="t"/>
          <a:lstStyle>
            <a:lvl1pPr marL="0" marR="0" indent="0" algn="l" defTabSz="685800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>
                <a:solidFill>
                  <a:srgbClr val="FFFFFF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  <a:p>
            <a:pPr lvl="0">
              <a:defRPr/>
            </a:pPr>
            <a:endParaRPr lang="de-CH"/>
          </a:p>
        </p:txBody>
      </p:sp>
      <p:sp>
        <p:nvSpPr>
          <p:cNvPr id="262255163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3288344" y="2285338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067271108" name="Textplatzhalter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244653" y="2285338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cxnSp>
        <p:nvCxnSpPr>
          <p:cNvPr id="1486128580" name="Gerader Verbinder 7"/>
          <p:cNvCxnSpPr/>
          <p:nvPr/>
        </p:nvCxnSpPr>
        <p:spPr bwMode="auto">
          <a:xfrm>
            <a:off x="2951593" y="1248966"/>
            <a:ext cx="0" cy="334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993034" name="Gerader Verbinder 54"/>
          <p:cNvCxnSpPr/>
          <p:nvPr/>
        </p:nvCxnSpPr>
        <p:spPr bwMode="auto">
          <a:xfrm>
            <a:off x="4910138" y="1249200"/>
            <a:ext cx="0" cy="334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74335903" name="Gerader Verbinder 55"/>
          <p:cNvCxnSpPr/>
          <p:nvPr/>
        </p:nvCxnSpPr>
        <p:spPr bwMode="auto">
          <a:xfrm>
            <a:off x="6885155" y="1248966"/>
            <a:ext cx="0" cy="334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10877458" name="Textplatzhalter 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299357" y="4060344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100848563" name="Textplatzhalter 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288344" y="4060344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97558650" name="Textplatzhalter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5244653" y="4060344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730598940" name="Textplatzhalter 4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214969" y="4060344"/>
            <a:ext cx="1570466" cy="631117"/>
          </a:xfrm>
        </p:spPr>
        <p:txBody>
          <a:bodyPr anchor="t"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035920211" name="Bildplatzhalter Rechts unten"/>
          <p:cNvSpPr>
            <a:spLocks noGrp="1"/>
          </p:cNvSpPr>
          <p:nvPr>
            <p:ph type="pic" sz="quarter" idx="47" hasCustomPrompt="1"/>
          </p:nvPr>
        </p:nvSpPr>
        <p:spPr bwMode="auto">
          <a:xfrm>
            <a:off x="7214967" y="3033254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8 Bild klicken &gt; Mediaset</a:t>
            </a:r>
            <a:endParaRPr/>
          </a:p>
        </p:txBody>
      </p:sp>
      <p:sp>
        <p:nvSpPr>
          <p:cNvPr id="1308366004" name="Bildplatzhalter 3 Spalte unten"/>
          <p:cNvSpPr>
            <a:spLocks noGrp="1"/>
          </p:cNvSpPr>
          <p:nvPr>
            <p:ph type="pic" sz="quarter" idx="44" hasCustomPrompt="1"/>
          </p:nvPr>
        </p:nvSpPr>
        <p:spPr bwMode="auto">
          <a:xfrm>
            <a:off x="5244652" y="3033254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7 Bild klicken &gt; Mediaset</a:t>
            </a:r>
            <a:endParaRPr/>
          </a:p>
        </p:txBody>
      </p:sp>
      <p:sp>
        <p:nvSpPr>
          <p:cNvPr id="315784171" name="Bildplatzhalter 2 Spalte unten"/>
          <p:cNvSpPr>
            <a:spLocks noGrp="1"/>
          </p:cNvSpPr>
          <p:nvPr>
            <p:ph type="pic" sz="quarter" idx="41" hasCustomPrompt="1"/>
          </p:nvPr>
        </p:nvSpPr>
        <p:spPr bwMode="auto">
          <a:xfrm>
            <a:off x="3288343" y="3033254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  <p:sp>
        <p:nvSpPr>
          <p:cNvPr id="862010544" name="Bildplatzhalter Links unten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1299356" y="3033254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315504611" name="Bildplatzhalter Rechts oben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7217405" y="1258248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35868322" name="Bildplatzhalter 3 Spalte oben"/>
          <p:cNvSpPr>
            <a:spLocks noGrp="1"/>
          </p:cNvSpPr>
          <p:nvPr>
            <p:ph type="pic" sz="quarter" idx="36" hasCustomPrompt="1"/>
          </p:nvPr>
        </p:nvSpPr>
        <p:spPr bwMode="auto">
          <a:xfrm>
            <a:off x="5244652" y="1258248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967932972" name="Bildplatzhalter 2 Spalte oben"/>
          <p:cNvSpPr>
            <a:spLocks noGrp="1"/>
          </p:cNvSpPr>
          <p:nvPr>
            <p:ph type="pic" sz="quarter" idx="35" hasCustomPrompt="1"/>
          </p:nvPr>
        </p:nvSpPr>
        <p:spPr bwMode="auto">
          <a:xfrm>
            <a:off x="3288343" y="1258248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655799363" name="Bildplatzhalter Links oben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315589" y="1258248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420050418" name="Textplatzhalter 4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5244652" y="1672144"/>
            <a:ext cx="1570466" cy="598185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</p:txBody>
      </p:sp>
      <p:sp>
        <p:nvSpPr>
          <p:cNvPr id="736602934" name="Textplatzhalter 4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1315590" y="1672144"/>
            <a:ext cx="1570466" cy="598185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</p:txBody>
      </p:sp>
      <p:sp>
        <p:nvSpPr>
          <p:cNvPr id="1387968984" name="Textplatzhalter 4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1299357" y="3456947"/>
            <a:ext cx="1570466" cy="598185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</p:txBody>
      </p:sp>
      <p:sp>
        <p:nvSpPr>
          <p:cNvPr id="719446260" name="Textplatzhalter 4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3289607" y="3456947"/>
            <a:ext cx="1570466" cy="598185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</p:txBody>
      </p:sp>
      <p:sp>
        <p:nvSpPr>
          <p:cNvPr id="1927015679" name="Textplatzhalter 4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5238939" y="3456947"/>
            <a:ext cx="1570466" cy="598185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</p:txBody>
      </p:sp>
      <p:sp>
        <p:nvSpPr>
          <p:cNvPr id="1799467781" name="Textplatzhalter 4"/>
          <p:cNvSpPr>
            <a:spLocks noGrp="1"/>
          </p:cNvSpPr>
          <p:nvPr>
            <p:ph type="body" sz="quarter" idx="55" hasCustomPrompt="1"/>
          </p:nvPr>
        </p:nvSpPr>
        <p:spPr bwMode="auto">
          <a:xfrm>
            <a:off x="7216162" y="3456947"/>
            <a:ext cx="1570466" cy="598185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zess 3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36850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345785662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cxnSp>
        <p:nvCxnSpPr>
          <p:cNvPr id="99017300" name="Gerade Verbindung mit Pfeil 20"/>
          <p:cNvCxnSpPr/>
          <p:nvPr userDrawn="1"/>
        </p:nvCxnSpPr>
        <p:spPr bwMode="auto">
          <a:xfrm>
            <a:off x="2866135" y="1822801"/>
            <a:ext cx="1455461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45113225" name="Gerade Verbindung mit Pfeil 47"/>
          <p:cNvCxnSpPr/>
          <p:nvPr/>
        </p:nvCxnSpPr>
        <p:spPr bwMode="auto">
          <a:xfrm>
            <a:off x="5753476" y="1822801"/>
            <a:ext cx="1455461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50504036" name="Ellipse 49"/>
          <p:cNvSpPr/>
          <p:nvPr/>
        </p:nvSpPr>
        <p:spPr bwMode="auto">
          <a:xfrm>
            <a:off x="1743944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082524599" name="Ellipse 51"/>
          <p:cNvSpPr/>
          <p:nvPr/>
        </p:nvSpPr>
        <p:spPr bwMode="auto">
          <a:xfrm>
            <a:off x="4633787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480768199" name="Ellipse 53"/>
          <p:cNvSpPr/>
          <p:nvPr/>
        </p:nvSpPr>
        <p:spPr bwMode="auto">
          <a:xfrm>
            <a:off x="7518626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63990750" name="Textplatzhalt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816946" y="1536552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1</a:t>
            </a:r>
            <a:endParaRPr lang="de-CH"/>
          </a:p>
        </p:txBody>
      </p:sp>
      <p:sp>
        <p:nvSpPr>
          <p:cNvPr id="1238802740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709482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2</a:t>
            </a:r>
            <a:endParaRPr lang="de-CH"/>
          </a:p>
        </p:txBody>
      </p:sp>
      <p:sp>
        <p:nvSpPr>
          <p:cNvPr id="1415794655" name="Textplatzhalter 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594321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3</a:t>
            </a:r>
            <a:endParaRPr lang="de-CH"/>
          </a:p>
        </p:txBody>
      </p:sp>
      <p:sp>
        <p:nvSpPr>
          <p:cNvPr id="1065987939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295401" y="2575229"/>
            <a:ext cx="1718836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48646969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187450" y="2575229"/>
            <a:ext cx="1718836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257279671" name="Textplatzhalter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059817" y="2575229"/>
            <a:ext cx="1718836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zess 4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76271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2097883943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cxnSp>
        <p:nvCxnSpPr>
          <p:cNvPr id="18650479" name="Gerade Verbindung mit Pfeil 6"/>
          <p:cNvCxnSpPr/>
          <p:nvPr/>
        </p:nvCxnSpPr>
        <p:spPr bwMode="auto">
          <a:xfrm>
            <a:off x="2818945" y="1822801"/>
            <a:ext cx="60244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4881692" name="Gerade Verbindung mit Pfeil 47"/>
          <p:cNvCxnSpPr/>
          <p:nvPr/>
        </p:nvCxnSpPr>
        <p:spPr bwMode="auto">
          <a:xfrm>
            <a:off x="4743900" y="1822801"/>
            <a:ext cx="60244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4641893" name="Gerade Verbindung mit Pfeil 48"/>
          <p:cNvCxnSpPr/>
          <p:nvPr/>
        </p:nvCxnSpPr>
        <p:spPr bwMode="auto">
          <a:xfrm>
            <a:off x="6653862" y="1822801"/>
            <a:ext cx="60244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49296487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295401" y="2575229"/>
            <a:ext cx="1718836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491038881" name="Textplatzhalter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17348" y="2575229"/>
            <a:ext cx="1718836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069130804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139297" y="2575229"/>
            <a:ext cx="1718836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610719785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061245" y="2575229"/>
            <a:ext cx="1718836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030976486" name="Ellipse 49"/>
          <p:cNvSpPr/>
          <p:nvPr/>
        </p:nvSpPr>
        <p:spPr bwMode="auto">
          <a:xfrm>
            <a:off x="1748940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270894352" name="Ellipse 51"/>
          <p:cNvSpPr/>
          <p:nvPr/>
        </p:nvSpPr>
        <p:spPr bwMode="auto">
          <a:xfrm>
            <a:off x="3666954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2077507907" name="Ellipse 53"/>
          <p:cNvSpPr/>
          <p:nvPr/>
        </p:nvSpPr>
        <p:spPr bwMode="auto">
          <a:xfrm>
            <a:off x="5598850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131891536" name="Ellipse 55"/>
          <p:cNvSpPr/>
          <p:nvPr/>
        </p:nvSpPr>
        <p:spPr bwMode="auto">
          <a:xfrm>
            <a:off x="7501319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916289005" name="Textplatzhalt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821942" y="1536552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1</a:t>
            </a:r>
            <a:endParaRPr lang="de-CH"/>
          </a:p>
        </p:txBody>
      </p:sp>
      <p:sp>
        <p:nvSpPr>
          <p:cNvPr id="1410471288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742649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2</a:t>
            </a:r>
            <a:endParaRPr lang="de-CH"/>
          </a:p>
        </p:txBody>
      </p:sp>
      <p:sp>
        <p:nvSpPr>
          <p:cNvPr id="1859162804" name="Textplatzhalter 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674545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3</a:t>
            </a:r>
            <a:endParaRPr lang="de-CH"/>
          </a:p>
        </p:txBody>
      </p:sp>
      <p:sp>
        <p:nvSpPr>
          <p:cNvPr id="12084881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577014" y="1536551"/>
            <a:ext cx="658610" cy="405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4</a:t>
            </a:r>
            <a:endParaRPr lang="de-CH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zess Kreislauf 4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47692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9105513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010231329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965125" y="3381944"/>
            <a:ext cx="1820099" cy="1106712"/>
          </a:xfrm>
        </p:spPr>
        <p:txBody>
          <a:bodyPr anchor="t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676920795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965716" y="1173116"/>
            <a:ext cx="1819907" cy="1102763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048228223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096263" y="3373913"/>
            <a:ext cx="1840301" cy="1111276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644212007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096263" y="1168860"/>
            <a:ext cx="1819907" cy="1111276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802882238" name="Ellipse 34"/>
          <p:cNvSpPr/>
          <p:nvPr/>
        </p:nvSpPr>
        <p:spPr bwMode="auto">
          <a:xfrm>
            <a:off x="6175406" y="3609318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59349680" name="Ellipse 30"/>
          <p:cNvSpPr/>
          <p:nvPr/>
        </p:nvSpPr>
        <p:spPr bwMode="auto">
          <a:xfrm>
            <a:off x="6175406" y="1404421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11447157" name="Ellipse 28"/>
          <p:cNvSpPr/>
          <p:nvPr/>
        </p:nvSpPr>
        <p:spPr bwMode="auto">
          <a:xfrm>
            <a:off x="1316934" y="3609318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689605693" name="Ellipse 26"/>
          <p:cNvSpPr/>
          <p:nvPr/>
        </p:nvSpPr>
        <p:spPr bwMode="auto">
          <a:xfrm>
            <a:off x="1308295" y="1405015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967214287" name="Bildplatzhalter 44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6326981" y="3760894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48862794" name="Bildplatzhalter 42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6326981" y="1555996"/>
            <a:ext cx="338138" cy="338138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280254568" name="Bildplatzhalter 40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1468510" y="3760894"/>
            <a:ext cx="338138" cy="338138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565847443" name="Bildplatzhalter 38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1459870" y="1557187"/>
            <a:ext cx="338138" cy="336947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grpSp>
        <p:nvGrpSpPr>
          <p:cNvPr id="833812772" name="Group 4"/>
          <p:cNvGrpSpPr>
            <a:grpSpLocks noChangeAspect="1"/>
          </p:cNvGrpSpPr>
          <p:nvPr/>
        </p:nvGrpSpPr>
        <p:grpSpPr bwMode="auto">
          <a:xfrm>
            <a:off x="3951805" y="1722831"/>
            <a:ext cx="2370495" cy="2367208"/>
            <a:chOff x="1677" y="0"/>
            <a:chExt cx="4326" cy="4320"/>
          </a:xfrm>
        </p:grpSpPr>
        <p:sp>
          <p:nvSpPr>
            <p:cNvPr id="7" name="AutoShape 3"/>
            <p:cNvSpPr>
              <a:spLocks noChangeArrowheads="1" noChangeAspect="1" noTextEdit="1"/>
            </p:cNvSpPr>
            <p:nvPr/>
          </p:nvSpPr>
          <p:spPr bwMode="auto">
            <a:xfrm>
              <a:off x="1677" y="0"/>
              <a:ext cx="4326" cy="432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>
              <a:off x="1859" y="-10"/>
              <a:ext cx="2119" cy="1742"/>
            </a:xfrm>
            <a:custGeom>
              <a:avLst/>
              <a:gdLst>
                <a:gd name="T0" fmla="*/ 904 w 1033"/>
                <a:gd name="T1" fmla="*/ 74 h 850"/>
                <a:gd name="T2" fmla="*/ 794 w 1033"/>
                <a:gd name="T3" fmla="*/ 10 h 850"/>
                <a:gd name="T4" fmla="*/ 754 w 1033"/>
                <a:gd name="T5" fmla="*/ 32 h 850"/>
                <a:gd name="T6" fmla="*/ 754 w 1033"/>
                <a:gd name="T7" fmla="*/ 96 h 850"/>
                <a:gd name="T8" fmla="*/ 1 w 1033"/>
                <a:gd name="T9" fmla="*/ 823 h 850"/>
                <a:gd name="T10" fmla="*/ 27 w 1033"/>
                <a:gd name="T11" fmla="*/ 850 h 850"/>
                <a:gd name="T12" fmla="*/ 95 w 1033"/>
                <a:gd name="T13" fmla="*/ 850 h 850"/>
                <a:gd name="T14" fmla="*/ 121 w 1033"/>
                <a:gd name="T15" fmla="*/ 826 h 850"/>
                <a:gd name="T16" fmla="*/ 754 w 1033"/>
                <a:gd name="T17" fmla="*/ 216 h 850"/>
                <a:gd name="T18" fmla="*/ 754 w 1033"/>
                <a:gd name="T19" fmla="*/ 288 h 850"/>
                <a:gd name="T20" fmla="*/ 794 w 1033"/>
                <a:gd name="T21" fmla="*/ 311 h 850"/>
                <a:gd name="T22" fmla="*/ 904 w 1033"/>
                <a:gd name="T23" fmla="*/ 247 h 850"/>
                <a:gd name="T24" fmla="*/ 1015 w 1033"/>
                <a:gd name="T25" fmla="*/ 183 h 850"/>
                <a:gd name="T26" fmla="*/ 1015 w 1033"/>
                <a:gd name="T27" fmla="*/ 138 h 850"/>
                <a:gd name="T28" fmla="*/ 904 w 1033"/>
                <a:gd name="T29" fmla="*/ 7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3" h="850" fill="norm" stroke="1" extrusionOk="0">
                  <a:moveTo>
                    <a:pt x="904" y="74"/>
                  </a:moveTo>
                  <a:cubicBezTo>
                    <a:pt x="794" y="10"/>
                    <a:pt x="794" y="10"/>
                    <a:pt x="794" y="10"/>
                  </a:cubicBezTo>
                  <a:cubicBezTo>
                    <a:pt x="776" y="0"/>
                    <a:pt x="754" y="12"/>
                    <a:pt x="754" y="32"/>
                  </a:cubicBezTo>
                  <a:cubicBezTo>
                    <a:pt x="754" y="96"/>
                    <a:pt x="754" y="96"/>
                    <a:pt x="754" y="96"/>
                  </a:cubicBezTo>
                  <a:cubicBezTo>
                    <a:pt x="347" y="96"/>
                    <a:pt x="15" y="419"/>
                    <a:pt x="1" y="823"/>
                  </a:cubicBezTo>
                  <a:cubicBezTo>
                    <a:pt x="0" y="838"/>
                    <a:pt x="12" y="850"/>
                    <a:pt x="27" y="850"/>
                  </a:cubicBezTo>
                  <a:cubicBezTo>
                    <a:pt x="95" y="850"/>
                    <a:pt x="95" y="850"/>
                    <a:pt x="95" y="850"/>
                  </a:cubicBezTo>
                  <a:cubicBezTo>
                    <a:pt x="109" y="850"/>
                    <a:pt x="121" y="839"/>
                    <a:pt x="121" y="826"/>
                  </a:cubicBezTo>
                  <a:cubicBezTo>
                    <a:pt x="136" y="511"/>
                    <a:pt x="428" y="216"/>
                    <a:pt x="754" y="216"/>
                  </a:cubicBezTo>
                  <a:cubicBezTo>
                    <a:pt x="754" y="288"/>
                    <a:pt x="754" y="288"/>
                    <a:pt x="754" y="288"/>
                  </a:cubicBezTo>
                  <a:cubicBezTo>
                    <a:pt x="754" y="308"/>
                    <a:pt x="776" y="321"/>
                    <a:pt x="794" y="311"/>
                  </a:cubicBezTo>
                  <a:cubicBezTo>
                    <a:pt x="904" y="247"/>
                    <a:pt x="904" y="247"/>
                    <a:pt x="904" y="247"/>
                  </a:cubicBezTo>
                  <a:cubicBezTo>
                    <a:pt x="1015" y="183"/>
                    <a:pt x="1015" y="183"/>
                    <a:pt x="1015" y="183"/>
                  </a:cubicBezTo>
                  <a:cubicBezTo>
                    <a:pt x="1033" y="173"/>
                    <a:pt x="1033" y="148"/>
                    <a:pt x="1015" y="138"/>
                  </a:cubicBezTo>
                  <a:lnTo>
                    <a:pt x="904" y="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4272" y="187"/>
              <a:ext cx="1742" cy="2117"/>
            </a:xfrm>
            <a:custGeom>
              <a:avLst/>
              <a:gdLst>
                <a:gd name="T0" fmla="*/ 754 w 850"/>
                <a:gd name="T1" fmla="*/ 754 h 1032"/>
                <a:gd name="T2" fmla="*/ 27 w 850"/>
                <a:gd name="T3" fmla="*/ 0 h 1032"/>
                <a:gd name="T4" fmla="*/ 0 w 850"/>
                <a:gd name="T5" fmla="*/ 26 h 1032"/>
                <a:gd name="T6" fmla="*/ 0 w 850"/>
                <a:gd name="T7" fmla="*/ 94 h 1032"/>
                <a:gd name="T8" fmla="*/ 24 w 850"/>
                <a:gd name="T9" fmla="*/ 120 h 1032"/>
                <a:gd name="T10" fmla="*/ 634 w 850"/>
                <a:gd name="T11" fmla="*/ 754 h 1032"/>
                <a:gd name="T12" fmla="*/ 562 w 850"/>
                <a:gd name="T13" fmla="*/ 754 h 1032"/>
                <a:gd name="T14" fmla="*/ 539 w 850"/>
                <a:gd name="T15" fmla="*/ 793 h 1032"/>
                <a:gd name="T16" fmla="*/ 603 w 850"/>
                <a:gd name="T17" fmla="*/ 904 h 1032"/>
                <a:gd name="T18" fmla="*/ 667 w 850"/>
                <a:gd name="T19" fmla="*/ 1014 h 1032"/>
                <a:gd name="T20" fmla="*/ 712 w 850"/>
                <a:gd name="T21" fmla="*/ 1014 h 1032"/>
                <a:gd name="T22" fmla="*/ 776 w 850"/>
                <a:gd name="T23" fmla="*/ 904 h 1032"/>
                <a:gd name="T24" fmla="*/ 840 w 850"/>
                <a:gd name="T25" fmla="*/ 793 h 1032"/>
                <a:gd name="T26" fmla="*/ 818 w 850"/>
                <a:gd name="T27" fmla="*/ 754 h 1032"/>
                <a:gd name="T28" fmla="*/ 754 w 850"/>
                <a:gd name="T29" fmla="*/ 754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0" h="1032" fill="norm" stroke="1" extrusionOk="0">
                  <a:moveTo>
                    <a:pt x="754" y="754"/>
                  </a:moveTo>
                  <a:cubicBezTo>
                    <a:pt x="754" y="346"/>
                    <a:pt x="431" y="14"/>
                    <a:pt x="27" y="0"/>
                  </a:cubicBezTo>
                  <a:cubicBezTo>
                    <a:pt x="12" y="0"/>
                    <a:pt x="0" y="11"/>
                    <a:pt x="0" y="26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108"/>
                    <a:pt x="11" y="120"/>
                    <a:pt x="24" y="120"/>
                  </a:cubicBezTo>
                  <a:cubicBezTo>
                    <a:pt x="339" y="135"/>
                    <a:pt x="634" y="427"/>
                    <a:pt x="634" y="754"/>
                  </a:cubicBezTo>
                  <a:cubicBezTo>
                    <a:pt x="562" y="754"/>
                    <a:pt x="562" y="754"/>
                    <a:pt x="562" y="754"/>
                  </a:cubicBezTo>
                  <a:cubicBezTo>
                    <a:pt x="542" y="754"/>
                    <a:pt x="529" y="775"/>
                    <a:pt x="539" y="793"/>
                  </a:cubicBezTo>
                  <a:cubicBezTo>
                    <a:pt x="603" y="904"/>
                    <a:pt x="603" y="904"/>
                    <a:pt x="603" y="904"/>
                  </a:cubicBezTo>
                  <a:cubicBezTo>
                    <a:pt x="667" y="1014"/>
                    <a:pt x="667" y="1014"/>
                    <a:pt x="667" y="1014"/>
                  </a:cubicBezTo>
                  <a:cubicBezTo>
                    <a:pt x="677" y="1032"/>
                    <a:pt x="702" y="1032"/>
                    <a:pt x="712" y="1014"/>
                  </a:cubicBezTo>
                  <a:cubicBezTo>
                    <a:pt x="776" y="904"/>
                    <a:pt x="776" y="904"/>
                    <a:pt x="776" y="904"/>
                  </a:cubicBezTo>
                  <a:cubicBezTo>
                    <a:pt x="840" y="793"/>
                    <a:pt x="840" y="793"/>
                    <a:pt x="840" y="793"/>
                  </a:cubicBezTo>
                  <a:cubicBezTo>
                    <a:pt x="850" y="775"/>
                    <a:pt x="838" y="754"/>
                    <a:pt x="818" y="754"/>
                  </a:cubicBezTo>
                  <a:lnTo>
                    <a:pt x="754" y="7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3699" y="2591"/>
              <a:ext cx="2119" cy="1742"/>
            </a:xfrm>
            <a:custGeom>
              <a:avLst/>
              <a:gdLst>
                <a:gd name="T0" fmla="*/ 912 w 1033"/>
                <a:gd name="T1" fmla="*/ 24 h 850"/>
                <a:gd name="T2" fmla="*/ 279 w 1033"/>
                <a:gd name="T3" fmla="*/ 634 h 850"/>
                <a:gd name="T4" fmla="*/ 279 w 1033"/>
                <a:gd name="T5" fmla="*/ 562 h 850"/>
                <a:gd name="T6" fmla="*/ 239 w 1033"/>
                <a:gd name="T7" fmla="*/ 539 h 850"/>
                <a:gd name="T8" fmla="*/ 129 w 1033"/>
                <a:gd name="T9" fmla="*/ 603 h 850"/>
                <a:gd name="T10" fmla="*/ 18 w 1033"/>
                <a:gd name="T11" fmla="*/ 667 h 850"/>
                <a:gd name="T12" fmla="*/ 18 w 1033"/>
                <a:gd name="T13" fmla="*/ 712 h 850"/>
                <a:gd name="T14" fmla="*/ 129 w 1033"/>
                <a:gd name="T15" fmla="*/ 776 h 850"/>
                <a:gd name="T16" fmla="*/ 239 w 1033"/>
                <a:gd name="T17" fmla="*/ 840 h 850"/>
                <a:gd name="T18" fmla="*/ 279 w 1033"/>
                <a:gd name="T19" fmla="*/ 818 h 850"/>
                <a:gd name="T20" fmla="*/ 279 w 1033"/>
                <a:gd name="T21" fmla="*/ 754 h 850"/>
                <a:gd name="T22" fmla="*/ 1032 w 1033"/>
                <a:gd name="T23" fmla="*/ 27 h 850"/>
                <a:gd name="T24" fmla="*/ 1006 w 1033"/>
                <a:gd name="T25" fmla="*/ 0 h 850"/>
                <a:gd name="T26" fmla="*/ 938 w 1033"/>
                <a:gd name="T27" fmla="*/ 0 h 850"/>
                <a:gd name="T28" fmla="*/ 912 w 1033"/>
                <a:gd name="T29" fmla="*/ 24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3" h="850" fill="norm" stroke="1" extrusionOk="0">
                  <a:moveTo>
                    <a:pt x="912" y="24"/>
                  </a:moveTo>
                  <a:cubicBezTo>
                    <a:pt x="897" y="339"/>
                    <a:pt x="605" y="634"/>
                    <a:pt x="279" y="634"/>
                  </a:cubicBezTo>
                  <a:cubicBezTo>
                    <a:pt x="279" y="562"/>
                    <a:pt x="279" y="562"/>
                    <a:pt x="279" y="562"/>
                  </a:cubicBezTo>
                  <a:cubicBezTo>
                    <a:pt x="279" y="542"/>
                    <a:pt x="257" y="529"/>
                    <a:pt x="239" y="539"/>
                  </a:cubicBezTo>
                  <a:cubicBezTo>
                    <a:pt x="129" y="603"/>
                    <a:pt x="129" y="603"/>
                    <a:pt x="129" y="603"/>
                  </a:cubicBezTo>
                  <a:cubicBezTo>
                    <a:pt x="18" y="667"/>
                    <a:pt x="18" y="667"/>
                    <a:pt x="18" y="667"/>
                  </a:cubicBezTo>
                  <a:cubicBezTo>
                    <a:pt x="0" y="677"/>
                    <a:pt x="0" y="702"/>
                    <a:pt x="18" y="712"/>
                  </a:cubicBezTo>
                  <a:cubicBezTo>
                    <a:pt x="129" y="776"/>
                    <a:pt x="129" y="776"/>
                    <a:pt x="129" y="776"/>
                  </a:cubicBezTo>
                  <a:cubicBezTo>
                    <a:pt x="239" y="840"/>
                    <a:pt x="239" y="840"/>
                    <a:pt x="239" y="840"/>
                  </a:cubicBezTo>
                  <a:cubicBezTo>
                    <a:pt x="257" y="850"/>
                    <a:pt x="279" y="838"/>
                    <a:pt x="279" y="818"/>
                  </a:cubicBezTo>
                  <a:cubicBezTo>
                    <a:pt x="279" y="754"/>
                    <a:pt x="279" y="754"/>
                    <a:pt x="279" y="754"/>
                  </a:cubicBezTo>
                  <a:cubicBezTo>
                    <a:pt x="686" y="754"/>
                    <a:pt x="1018" y="431"/>
                    <a:pt x="1032" y="27"/>
                  </a:cubicBezTo>
                  <a:cubicBezTo>
                    <a:pt x="1033" y="12"/>
                    <a:pt x="1021" y="0"/>
                    <a:pt x="1006" y="0"/>
                  </a:cubicBezTo>
                  <a:cubicBezTo>
                    <a:pt x="938" y="0"/>
                    <a:pt x="938" y="0"/>
                    <a:pt x="938" y="0"/>
                  </a:cubicBezTo>
                  <a:cubicBezTo>
                    <a:pt x="924" y="0"/>
                    <a:pt x="912" y="11"/>
                    <a:pt x="912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663" y="2020"/>
              <a:ext cx="1742" cy="2117"/>
            </a:xfrm>
            <a:custGeom>
              <a:avLst/>
              <a:gdLst>
                <a:gd name="T0" fmla="*/ 216 w 850"/>
                <a:gd name="T1" fmla="*/ 278 h 1032"/>
                <a:gd name="T2" fmla="*/ 288 w 850"/>
                <a:gd name="T3" fmla="*/ 278 h 1032"/>
                <a:gd name="T4" fmla="*/ 311 w 850"/>
                <a:gd name="T5" fmla="*/ 239 h 1032"/>
                <a:gd name="T6" fmla="*/ 247 w 850"/>
                <a:gd name="T7" fmla="*/ 128 h 1032"/>
                <a:gd name="T8" fmla="*/ 183 w 850"/>
                <a:gd name="T9" fmla="*/ 18 h 1032"/>
                <a:gd name="T10" fmla="*/ 138 w 850"/>
                <a:gd name="T11" fmla="*/ 18 h 1032"/>
                <a:gd name="T12" fmla="*/ 74 w 850"/>
                <a:gd name="T13" fmla="*/ 128 h 1032"/>
                <a:gd name="T14" fmla="*/ 10 w 850"/>
                <a:gd name="T15" fmla="*/ 239 h 1032"/>
                <a:gd name="T16" fmla="*/ 32 w 850"/>
                <a:gd name="T17" fmla="*/ 278 h 1032"/>
                <a:gd name="T18" fmla="*/ 96 w 850"/>
                <a:gd name="T19" fmla="*/ 278 h 1032"/>
                <a:gd name="T20" fmla="*/ 823 w 850"/>
                <a:gd name="T21" fmla="*/ 1032 h 1032"/>
                <a:gd name="T22" fmla="*/ 850 w 850"/>
                <a:gd name="T23" fmla="*/ 1006 h 1032"/>
                <a:gd name="T24" fmla="*/ 850 w 850"/>
                <a:gd name="T25" fmla="*/ 938 h 1032"/>
                <a:gd name="T26" fmla="*/ 826 w 850"/>
                <a:gd name="T27" fmla="*/ 912 h 1032"/>
                <a:gd name="T28" fmla="*/ 216 w 850"/>
                <a:gd name="T29" fmla="*/ 278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0" h="1032" fill="norm" stroke="1" extrusionOk="0">
                  <a:moveTo>
                    <a:pt x="216" y="278"/>
                  </a:moveTo>
                  <a:cubicBezTo>
                    <a:pt x="288" y="278"/>
                    <a:pt x="288" y="278"/>
                    <a:pt x="288" y="278"/>
                  </a:cubicBezTo>
                  <a:cubicBezTo>
                    <a:pt x="308" y="278"/>
                    <a:pt x="321" y="257"/>
                    <a:pt x="311" y="239"/>
                  </a:cubicBezTo>
                  <a:cubicBezTo>
                    <a:pt x="247" y="128"/>
                    <a:pt x="247" y="128"/>
                    <a:pt x="247" y="128"/>
                  </a:cubicBezTo>
                  <a:cubicBezTo>
                    <a:pt x="183" y="18"/>
                    <a:pt x="183" y="18"/>
                    <a:pt x="183" y="18"/>
                  </a:cubicBezTo>
                  <a:cubicBezTo>
                    <a:pt x="173" y="0"/>
                    <a:pt x="148" y="0"/>
                    <a:pt x="138" y="18"/>
                  </a:cubicBezTo>
                  <a:cubicBezTo>
                    <a:pt x="74" y="128"/>
                    <a:pt x="74" y="128"/>
                    <a:pt x="74" y="128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0" y="257"/>
                    <a:pt x="12" y="278"/>
                    <a:pt x="32" y="278"/>
                  </a:cubicBezTo>
                  <a:cubicBezTo>
                    <a:pt x="96" y="278"/>
                    <a:pt x="96" y="278"/>
                    <a:pt x="96" y="278"/>
                  </a:cubicBezTo>
                  <a:cubicBezTo>
                    <a:pt x="96" y="686"/>
                    <a:pt x="419" y="1018"/>
                    <a:pt x="823" y="1032"/>
                  </a:cubicBezTo>
                  <a:cubicBezTo>
                    <a:pt x="838" y="1032"/>
                    <a:pt x="850" y="1021"/>
                    <a:pt x="850" y="1006"/>
                  </a:cubicBezTo>
                  <a:cubicBezTo>
                    <a:pt x="850" y="938"/>
                    <a:pt x="850" y="938"/>
                    <a:pt x="850" y="938"/>
                  </a:cubicBezTo>
                  <a:cubicBezTo>
                    <a:pt x="850" y="924"/>
                    <a:pt x="839" y="912"/>
                    <a:pt x="826" y="912"/>
                  </a:cubicBezTo>
                  <a:cubicBezTo>
                    <a:pt x="511" y="897"/>
                    <a:pt x="216" y="605"/>
                    <a:pt x="216" y="2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CH" sz="1350">
                <a:latin typeface="+mn-lt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Angebot 4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83135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689597295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44889824" name="Ellipse 31"/>
          <p:cNvSpPr/>
          <p:nvPr/>
        </p:nvSpPr>
        <p:spPr bwMode="auto">
          <a:xfrm>
            <a:off x="1759355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18124291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301148" y="2571750"/>
            <a:ext cx="1718836" cy="647901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413865001" name="Textplatzhalter 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7074603" y="2571750"/>
            <a:ext cx="1718836" cy="647901"/>
          </a:xfrm>
        </p:spPr>
        <p:txBody>
          <a:bodyPr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 lang="de-CH"/>
          </a:p>
        </p:txBody>
      </p:sp>
      <p:sp>
        <p:nvSpPr>
          <p:cNvPr id="928718610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25633" y="2571750"/>
            <a:ext cx="1718836" cy="647901"/>
          </a:xfrm>
        </p:spPr>
        <p:txBody>
          <a:bodyPr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 lang="de-CH"/>
          </a:p>
        </p:txBody>
      </p:sp>
      <p:sp>
        <p:nvSpPr>
          <p:cNvPr id="1572282592" name="Textplatzhalter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50118" y="2571750"/>
            <a:ext cx="1718836" cy="647901"/>
          </a:xfrm>
        </p:spPr>
        <p:txBody>
          <a:bodyPr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 lang="de-CH"/>
          </a:p>
        </p:txBody>
      </p:sp>
      <p:sp>
        <p:nvSpPr>
          <p:cNvPr id="1452276223" name="Ellipse 17"/>
          <p:cNvSpPr/>
          <p:nvPr/>
        </p:nvSpPr>
        <p:spPr bwMode="auto">
          <a:xfrm>
            <a:off x="3681365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586648267" name="Ellipse 19"/>
          <p:cNvSpPr/>
          <p:nvPr/>
        </p:nvSpPr>
        <p:spPr bwMode="auto">
          <a:xfrm>
            <a:off x="5603375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803898024" name="Ellipse 21"/>
          <p:cNvSpPr/>
          <p:nvPr/>
        </p:nvSpPr>
        <p:spPr bwMode="auto">
          <a:xfrm>
            <a:off x="7525384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324930668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301148" y="3296653"/>
            <a:ext cx="1718836" cy="1144038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25938042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25633" y="3296653"/>
            <a:ext cx="1718836" cy="1144038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723724732" name="Textplatzhalter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150118" y="3296653"/>
            <a:ext cx="1718836" cy="1144038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883300508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074602" y="3296653"/>
            <a:ext cx="1718836" cy="1144038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2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916680954" name="Bildplatzhalter 4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7742322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866186555" name="Bildplatzhalter 4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820313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237705419" name="Bildplatzhalter 4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3898303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882977299" name="Bildplatzhalter 4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1976293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Bereiche 5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377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934485493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398960577" name="Ellipse 31"/>
          <p:cNvSpPr/>
          <p:nvPr/>
        </p:nvSpPr>
        <p:spPr bwMode="auto">
          <a:xfrm>
            <a:off x="1572211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143002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305961" y="3320717"/>
            <a:ext cx="1328573" cy="1167938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356724558" name="Textplatzhalter 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843634" y="3320716"/>
            <a:ext cx="1328573" cy="1167940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659427021" name="Textplatzhalter 4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81306" y="3320716"/>
            <a:ext cx="1328573" cy="1167940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626806606" name="Textplatzhalter 4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18978" y="3320716"/>
            <a:ext cx="1328573" cy="1167940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168466699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456651" y="3320716"/>
            <a:ext cx="1328573" cy="1167940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700388518" name="Ellipse 25"/>
          <p:cNvSpPr/>
          <p:nvPr/>
        </p:nvSpPr>
        <p:spPr bwMode="auto">
          <a:xfrm>
            <a:off x="3107005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2022202750" name="Ellipse 27"/>
          <p:cNvSpPr/>
          <p:nvPr/>
        </p:nvSpPr>
        <p:spPr bwMode="auto">
          <a:xfrm>
            <a:off x="4641799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56331537" name="Ellipse 29"/>
          <p:cNvSpPr/>
          <p:nvPr/>
        </p:nvSpPr>
        <p:spPr bwMode="auto">
          <a:xfrm>
            <a:off x="6176593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851179474" name="Ellipse 32"/>
          <p:cNvSpPr/>
          <p:nvPr/>
        </p:nvSpPr>
        <p:spPr bwMode="auto">
          <a:xfrm>
            <a:off x="7711385" y="1334051"/>
            <a:ext cx="810000" cy="810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637331607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305961" y="2571750"/>
            <a:ext cx="1328572" cy="686402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</p:txBody>
      </p:sp>
      <p:sp>
        <p:nvSpPr>
          <p:cNvPr id="1917752938" name="Textplatzhalter 4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843632" y="2571750"/>
            <a:ext cx="1328572" cy="686402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</p:txBody>
      </p:sp>
      <p:sp>
        <p:nvSpPr>
          <p:cNvPr id="816055337" name="Textplatzhalter 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381304" y="2571750"/>
            <a:ext cx="1328572" cy="686402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</p:txBody>
      </p:sp>
      <p:sp>
        <p:nvSpPr>
          <p:cNvPr id="1559905984" name="Textplatzhalter 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918975" y="2571750"/>
            <a:ext cx="1328572" cy="686402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</p:txBody>
      </p:sp>
      <p:sp>
        <p:nvSpPr>
          <p:cNvPr id="1471362093" name="Textplatzhalter 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56644" y="2571750"/>
            <a:ext cx="1328572" cy="686402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Bereich hinzufügen</a:t>
            </a:r>
            <a:endParaRPr/>
          </a:p>
        </p:txBody>
      </p:sp>
      <p:sp>
        <p:nvSpPr>
          <p:cNvPr id="121834547" name="Bildplatzhalter 5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7913885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2101281152" name="Bildplatzhalter 4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6379093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2056776001" name="Bildplatzhalter 3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4844299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259212676" name="Bildplatzhalter 2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3309505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513131414" name="Bildplatzhalter 1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1774711" y="1536551"/>
            <a:ext cx="405000" cy="405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dukte 3 Punkte Rahmen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28986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704632791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40200891" name="Abgerundetes Rechteck 9"/>
          <p:cNvSpPr/>
          <p:nvPr/>
        </p:nvSpPr>
        <p:spPr bwMode="auto">
          <a:xfrm>
            <a:off x="1307905" y="1248967"/>
            <a:ext cx="2170351" cy="3239690"/>
          </a:xfrm>
          <a:prstGeom prst="roundRect">
            <a:avLst>
              <a:gd name="adj" fmla="val 7014"/>
            </a:avLst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55789511" name="Abgerundetes Rechteck 14"/>
          <p:cNvSpPr/>
          <p:nvPr/>
        </p:nvSpPr>
        <p:spPr bwMode="auto">
          <a:xfrm>
            <a:off x="6603490" y="1248967"/>
            <a:ext cx="2170351" cy="3239690"/>
          </a:xfrm>
          <a:prstGeom prst="roundRect">
            <a:avLst>
              <a:gd name="adj" fmla="val 7014"/>
            </a:avLst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491008242" name="Abgerundetes Rechteck 17"/>
          <p:cNvSpPr/>
          <p:nvPr/>
        </p:nvSpPr>
        <p:spPr bwMode="auto">
          <a:xfrm>
            <a:off x="3955697" y="1248967"/>
            <a:ext cx="2170351" cy="3239690"/>
          </a:xfrm>
          <a:prstGeom prst="roundRect">
            <a:avLst>
              <a:gd name="adj" fmla="val 7014"/>
            </a:avLst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2088376039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487102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22592889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134896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99273999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82687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819933382" name="Bildplatzhalt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7418665" y="1633562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220816" name="Bildplatzhalt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770872" y="1633562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098781788" name="Bildplatzhalter 7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2123080" y="1633562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dukte 3 Punkte Rahmen Pfeil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95439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10099646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373677773" name="Abgerundetes Rechteck 14"/>
          <p:cNvSpPr/>
          <p:nvPr/>
        </p:nvSpPr>
        <p:spPr bwMode="auto">
          <a:xfrm>
            <a:off x="6441748" y="1302989"/>
            <a:ext cx="2347200" cy="3175200"/>
          </a:xfrm>
          <a:prstGeom prst="roundRect">
            <a:avLst>
              <a:gd name="adj" fmla="val 7014"/>
            </a:avLst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Times"/>
            </a:endParaRPr>
          </a:p>
        </p:txBody>
      </p:sp>
      <p:sp>
        <p:nvSpPr>
          <p:cNvPr id="130261866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525606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27040524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91981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606309903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06606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975698140" name="Bildplatzhalt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7345348" y="1633562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126433977" name="Bildplatzhalt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730723" y="1633562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226138762" name="Bildplatzhalter 7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2164348" y="1633562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91890231" name="Freihandform 21"/>
          <p:cNvSpPr/>
          <p:nvPr/>
        </p:nvSpPr>
        <p:spPr bwMode="auto">
          <a:xfrm rot="2700000">
            <a:off x="605208" y="998790"/>
            <a:ext cx="3783600" cy="3783600"/>
          </a:xfrm>
          <a:custGeom>
            <a:avLst/>
            <a:gdLst>
              <a:gd name="connsiteX0" fmla="*/ 66489 w 5154895"/>
              <a:gd name="connsiteY0" fmla="*/ 2033997 h 5154895"/>
              <a:gd name="connsiteX1" fmla="*/ 2033997 w 5154895"/>
              <a:gd name="connsiteY1" fmla="*/ 66489 h 5154895"/>
              <a:gd name="connsiteX2" fmla="*/ 2355034 w 5154895"/>
              <a:gd name="connsiteY2" fmla="*/ 66489 h 5154895"/>
              <a:gd name="connsiteX3" fmla="*/ 3622935 w 5154895"/>
              <a:gd name="connsiteY3" fmla="*/ 1334390 h 5154895"/>
              <a:gd name="connsiteX4" fmla="*/ 3780942 w 5154895"/>
              <a:gd name="connsiteY4" fmla="*/ 1334390 h 5154895"/>
              <a:gd name="connsiteX5" fmla="*/ 3820504 w 5154895"/>
              <a:gd name="connsiteY5" fmla="*/ 1373952 h 5154895"/>
              <a:gd name="connsiteX6" fmla="*/ 3820504 w 5154895"/>
              <a:gd name="connsiteY6" fmla="*/ 1531959 h 5154895"/>
              <a:gd name="connsiteX7" fmla="*/ 5088406 w 5154895"/>
              <a:gd name="connsiteY7" fmla="*/ 2799860 h 5154895"/>
              <a:gd name="connsiteX8" fmla="*/ 5088406 w 5154895"/>
              <a:gd name="connsiteY8" fmla="*/ 3120898 h 5154895"/>
              <a:gd name="connsiteX9" fmla="*/ 3120898 w 5154895"/>
              <a:gd name="connsiteY9" fmla="*/ 5088406 h 5154895"/>
              <a:gd name="connsiteX10" fmla="*/ 2799860 w 5154895"/>
              <a:gd name="connsiteY10" fmla="*/ 5088406 h 5154895"/>
              <a:gd name="connsiteX11" fmla="*/ 66489 w 5154895"/>
              <a:gd name="connsiteY11" fmla="*/ 2355034 h 5154895"/>
              <a:gd name="connsiteX12" fmla="*/ 66489 w 5154895"/>
              <a:gd name="connsiteY12" fmla="*/ 2033997 h 515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54895" h="5154895" fill="norm" stroke="1" extrusionOk="0">
                <a:moveTo>
                  <a:pt x="66489" y="2033997"/>
                </a:moveTo>
                <a:lnTo>
                  <a:pt x="2033997" y="66489"/>
                </a:lnTo>
                <a:cubicBezTo>
                  <a:pt x="2122649" y="-22163"/>
                  <a:pt x="2266382" y="-22163"/>
                  <a:pt x="2355034" y="66489"/>
                </a:cubicBezTo>
                <a:lnTo>
                  <a:pt x="3622935" y="1334390"/>
                </a:lnTo>
                <a:lnTo>
                  <a:pt x="3780942" y="1334390"/>
                </a:lnTo>
                <a:cubicBezTo>
                  <a:pt x="3802791" y="1334390"/>
                  <a:pt x="3820504" y="1352103"/>
                  <a:pt x="3820504" y="1373952"/>
                </a:cubicBezTo>
                <a:lnTo>
                  <a:pt x="3820504" y="1531959"/>
                </a:lnTo>
                <a:lnTo>
                  <a:pt x="5088406" y="2799860"/>
                </a:lnTo>
                <a:cubicBezTo>
                  <a:pt x="5177058" y="2888512"/>
                  <a:pt x="5177058" y="3032246"/>
                  <a:pt x="5088406" y="3120898"/>
                </a:cubicBezTo>
                <a:lnTo>
                  <a:pt x="3120898" y="5088406"/>
                </a:lnTo>
                <a:cubicBezTo>
                  <a:pt x="3032246" y="5177058"/>
                  <a:pt x="2888512" y="5177058"/>
                  <a:pt x="2799860" y="5088406"/>
                </a:cubicBezTo>
                <a:lnTo>
                  <a:pt x="66489" y="2355034"/>
                </a:lnTo>
                <a:cubicBezTo>
                  <a:pt x="-22163" y="2266382"/>
                  <a:pt x="-22163" y="2122649"/>
                  <a:pt x="66489" y="2033997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  <p:sp>
        <p:nvSpPr>
          <p:cNvPr id="1176147927" name="Freihandform 22"/>
          <p:cNvSpPr/>
          <p:nvPr/>
        </p:nvSpPr>
        <p:spPr bwMode="auto">
          <a:xfrm rot="2700000">
            <a:off x="3171580" y="998789"/>
            <a:ext cx="3783600" cy="3783600"/>
          </a:xfrm>
          <a:custGeom>
            <a:avLst/>
            <a:gdLst>
              <a:gd name="connsiteX0" fmla="*/ 66489 w 5154895"/>
              <a:gd name="connsiteY0" fmla="*/ 2033997 h 5154895"/>
              <a:gd name="connsiteX1" fmla="*/ 2033997 w 5154895"/>
              <a:gd name="connsiteY1" fmla="*/ 66489 h 5154895"/>
              <a:gd name="connsiteX2" fmla="*/ 2355034 w 5154895"/>
              <a:gd name="connsiteY2" fmla="*/ 66489 h 5154895"/>
              <a:gd name="connsiteX3" fmla="*/ 3622935 w 5154895"/>
              <a:gd name="connsiteY3" fmla="*/ 1334390 h 5154895"/>
              <a:gd name="connsiteX4" fmla="*/ 3780942 w 5154895"/>
              <a:gd name="connsiteY4" fmla="*/ 1334390 h 5154895"/>
              <a:gd name="connsiteX5" fmla="*/ 3820504 w 5154895"/>
              <a:gd name="connsiteY5" fmla="*/ 1373952 h 5154895"/>
              <a:gd name="connsiteX6" fmla="*/ 3820504 w 5154895"/>
              <a:gd name="connsiteY6" fmla="*/ 1531959 h 5154895"/>
              <a:gd name="connsiteX7" fmla="*/ 5088406 w 5154895"/>
              <a:gd name="connsiteY7" fmla="*/ 2799860 h 5154895"/>
              <a:gd name="connsiteX8" fmla="*/ 5088406 w 5154895"/>
              <a:gd name="connsiteY8" fmla="*/ 3120898 h 5154895"/>
              <a:gd name="connsiteX9" fmla="*/ 3120898 w 5154895"/>
              <a:gd name="connsiteY9" fmla="*/ 5088406 h 5154895"/>
              <a:gd name="connsiteX10" fmla="*/ 2799860 w 5154895"/>
              <a:gd name="connsiteY10" fmla="*/ 5088406 h 5154895"/>
              <a:gd name="connsiteX11" fmla="*/ 66489 w 5154895"/>
              <a:gd name="connsiteY11" fmla="*/ 2355034 h 5154895"/>
              <a:gd name="connsiteX12" fmla="*/ 66489 w 5154895"/>
              <a:gd name="connsiteY12" fmla="*/ 2033997 h 515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54895" h="5154895" fill="norm" stroke="1" extrusionOk="0">
                <a:moveTo>
                  <a:pt x="66489" y="2033997"/>
                </a:moveTo>
                <a:lnTo>
                  <a:pt x="2033997" y="66489"/>
                </a:lnTo>
                <a:cubicBezTo>
                  <a:pt x="2122649" y="-22163"/>
                  <a:pt x="2266382" y="-22163"/>
                  <a:pt x="2355034" y="66489"/>
                </a:cubicBezTo>
                <a:lnTo>
                  <a:pt x="3622935" y="1334390"/>
                </a:lnTo>
                <a:lnTo>
                  <a:pt x="3780942" y="1334390"/>
                </a:lnTo>
                <a:cubicBezTo>
                  <a:pt x="3802791" y="1334390"/>
                  <a:pt x="3820504" y="1352103"/>
                  <a:pt x="3820504" y="1373952"/>
                </a:cubicBezTo>
                <a:lnTo>
                  <a:pt x="3820504" y="1531959"/>
                </a:lnTo>
                <a:lnTo>
                  <a:pt x="5088406" y="2799860"/>
                </a:lnTo>
                <a:cubicBezTo>
                  <a:pt x="5177058" y="2888512"/>
                  <a:pt x="5177058" y="3032246"/>
                  <a:pt x="5088406" y="3120898"/>
                </a:cubicBezTo>
                <a:lnTo>
                  <a:pt x="3120898" y="5088406"/>
                </a:lnTo>
                <a:cubicBezTo>
                  <a:pt x="3032246" y="5177058"/>
                  <a:pt x="2888512" y="5177058"/>
                  <a:pt x="2799860" y="5088406"/>
                </a:cubicBezTo>
                <a:lnTo>
                  <a:pt x="66489" y="2355034"/>
                </a:lnTo>
                <a:cubicBezTo>
                  <a:pt x="-22163" y="2266382"/>
                  <a:pt x="-22163" y="2122649"/>
                  <a:pt x="66489" y="2033997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de-CH" sz="160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dukte 3 Punkte weisse Fläch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86946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531249508" name="Abgerundetes Rechteck 7"/>
          <p:cNvSpPr/>
          <p:nvPr/>
        </p:nvSpPr>
        <p:spPr bwMode="auto">
          <a:xfrm>
            <a:off x="1295400" y="1248967"/>
            <a:ext cx="2182856" cy="3239690"/>
          </a:xfrm>
          <a:prstGeom prst="roundRect">
            <a:avLst>
              <a:gd name="adj" fmla="val 7014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206320964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497187599" name="Ellipse 3"/>
          <p:cNvSpPr/>
          <p:nvPr/>
        </p:nvSpPr>
        <p:spPr bwMode="auto">
          <a:xfrm>
            <a:off x="1921705" y="1443959"/>
            <a:ext cx="936000" cy="936000"/>
          </a:xfrm>
          <a:prstGeom prst="ellips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901562909" name="Abgerundetes Rechteck 18"/>
          <p:cNvSpPr/>
          <p:nvPr/>
        </p:nvSpPr>
        <p:spPr bwMode="auto">
          <a:xfrm>
            <a:off x="6602368" y="1248967"/>
            <a:ext cx="2182856" cy="3239690"/>
          </a:xfrm>
          <a:prstGeom prst="roundRect">
            <a:avLst>
              <a:gd name="adj" fmla="val 7014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910925627" name="Ellipse 20"/>
          <p:cNvSpPr/>
          <p:nvPr/>
        </p:nvSpPr>
        <p:spPr bwMode="auto">
          <a:xfrm>
            <a:off x="7219047" y="1443959"/>
            <a:ext cx="936000" cy="936000"/>
          </a:xfrm>
          <a:prstGeom prst="ellips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733445571" name="Abgerundetes Rechteck 22"/>
          <p:cNvSpPr/>
          <p:nvPr/>
        </p:nvSpPr>
        <p:spPr bwMode="auto">
          <a:xfrm>
            <a:off x="3948884" y="1248967"/>
            <a:ext cx="2182856" cy="3239690"/>
          </a:xfrm>
          <a:prstGeom prst="roundRect">
            <a:avLst>
              <a:gd name="adj" fmla="val 7014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88855519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487102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>
                <a:solidFill>
                  <a:schemeClr val="tx1"/>
                </a:solidFill>
              </a:defRPr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367679640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134896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>
                <a:solidFill>
                  <a:schemeClr val="tx1"/>
                </a:solidFill>
              </a:defRPr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128189852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82687" y="2571750"/>
            <a:ext cx="1817485" cy="1742330"/>
          </a:xfrm>
        </p:spPr>
        <p:txBody>
          <a:bodyPr/>
          <a:lstStyle>
            <a:lvl1pPr marL="0" indent="0">
              <a:buClrTx/>
              <a:buFontTx/>
              <a:buNone/>
              <a:defRPr>
                <a:solidFill>
                  <a:schemeClr val="tx1"/>
                </a:solidFill>
              </a:defRPr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454588195" name="Ellipse 24"/>
          <p:cNvSpPr/>
          <p:nvPr/>
        </p:nvSpPr>
        <p:spPr bwMode="auto">
          <a:xfrm>
            <a:off x="4580002" y="1443959"/>
            <a:ext cx="936000" cy="936000"/>
          </a:xfrm>
          <a:prstGeom prst="ellipse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963962149" name="Bildplatzhalt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7417047" y="1648883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988689320" name="Bildplatzhalt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778002" y="1641959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992662983" name="Bildplatzhalter 7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2119705" y="1648883"/>
            <a:ext cx="540000" cy="54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Zahlen 3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98403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390219603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347748106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298488" y="3031160"/>
            <a:ext cx="1913334" cy="1276286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765156535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875155" y="3031159"/>
            <a:ext cx="1913334" cy="1288244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1826670765" name="Ellipse 3"/>
          <p:cNvSpPr/>
          <p:nvPr/>
        </p:nvSpPr>
        <p:spPr bwMode="auto">
          <a:xfrm>
            <a:off x="1748026" y="1253638"/>
            <a:ext cx="1076062" cy="1076062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930514401" name="Gerader Verbinder 6"/>
          <p:cNvCxnSpPr/>
          <p:nvPr/>
        </p:nvCxnSpPr>
        <p:spPr bwMode="auto">
          <a:xfrm>
            <a:off x="3697598" y="1248966"/>
            <a:ext cx="0" cy="30704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62474108" name="Gerader Verbinder 18"/>
          <p:cNvCxnSpPr/>
          <p:nvPr/>
        </p:nvCxnSpPr>
        <p:spPr bwMode="auto">
          <a:xfrm>
            <a:off x="6441937" y="1248966"/>
            <a:ext cx="0" cy="310074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437456" name="Textplatzhalt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203298" y="3031159"/>
            <a:ext cx="1913334" cy="1288244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 lang="de-CH"/>
          </a:p>
        </p:txBody>
      </p:sp>
      <p:sp>
        <p:nvSpPr>
          <p:cNvPr id="2115782308" name="Textplatzhalt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892006" y="1497297"/>
            <a:ext cx="776735" cy="60885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3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</a:t>
            </a:r>
            <a:endParaRPr lang="de-CH"/>
          </a:p>
        </p:txBody>
      </p:sp>
      <p:sp>
        <p:nvSpPr>
          <p:cNvPr id="298623577" name="Ellipse 23"/>
          <p:cNvSpPr/>
          <p:nvPr/>
        </p:nvSpPr>
        <p:spPr bwMode="auto">
          <a:xfrm>
            <a:off x="4571109" y="1257465"/>
            <a:ext cx="1076062" cy="1076062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330302637" name="Textplatzhalt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715089" y="1504957"/>
            <a:ext cx="776735" cy="60885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3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</a:t>
            </a:r>
            <a:endParaRPr lang="de-CH"/>
          </a:p>
        </p:txBody>
      </p:sp>
      <p:sp>
        <p:nvSpPr>
          <p:cNvPr id="1109019189" name="Ellipse 25"/>
          <p:cNvSpPr/>
          <p:nvPr/>
        </p:nvSpPr>
        <p:spPr bwMode="auto">
          <a:xfrm>
            <a:off x="7236703" y="1257465"/>
            <a:ext cx="1076062" cy="1076062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707008604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380683" y="1501124"/>
            <a:ext cx="776735" cy="608855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3"/>
                </a:solidFill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Zahl</a:t>
            </a:r>
            <a:endParaRPr lang="de-CH"/>
          </a:p>
        </p:txBody>
      </p:sp>
      <p:sp>
        <p:nvSpPr>
          <p:cNvPr id="1883927287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298488" y="2571750"/>
            <a:ext cx="1919618" cy="326797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1945020887" name="Textplatzhalter 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00156" y="2583707"/>
            <a:ext cx="1919618" cy="326797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</p:txBody>
      </p:sp>
      <p:sp>
        <p:nvSpPr>
          <p:cNvPr id="2116022801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868871" y="2583707"/>
            <a:ext cx="1919618" cy="326797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Titel hinzufügen</a:t>
            </a:r>
            <a:endParaRPr/>
          </a:p>
          <a:p>
            <a:pPr lvl="0">
              <a:defRPr/>
            </a:pPr>
            <a:endParaRPr lang="de-CH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Werte 6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07085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523821197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cxnSp>
        <p:nvCxnSpPr>
          <p:cNvPr id="538770032" name="Gerader Verbinder 6"/>
          <p:cNvCxnSpPr/>
          <p:nvPr/>
        </p:nvCxnSpPr>
        <p:spPr bwMode="auto">
          <a:xfrm flipH="1">
            <a:off x="3688398" y="1240283"/>
            <a:ext cx="1" cy="324837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2461139" name="Gerader Verbinder 7"/>
          <p:cNvCxnSpPr/>
          <p:nvPr/>
        </p:nvCxnSpPr>
        <p:spPr bwMode="auto">
          <a:xfrm>
            <a:off x="1295400" y="2839608"/>
            <a:ext cx="74898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9699045" name="Gerader Verbinder 15"/>
          <p:cNvCxnSpPr/>
          <p:nvPr/>
        </p:nvCxnSpPr>
        <p:spPr bwMode="auto">
          <a:xfrm>
            <a:off x="6399334" y="1239896"/>
            <a:ext cx="0" cy="324876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99486425" name="Textplatzhalter 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295400" y="1255702"/>
            <a:ext cx="2073457" cy="1316045"/>
          </a:xfrm>
        </p:spPr>
        <p:txBody>
          <a:bodyPr anchor="ctr"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216169767" name="Textplatzhalter 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014084" y="1255702"/>
            <a:ext cx="2073457" cy="1316045"/>
          </a:xfrm>
        </p:spPr>
        <p:txBody>
          <a:bodyPr anchor="ctr"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178705510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732821" y="1255702"/>
            <a:ext cx="2073457" cy="1316045"/>
          </a:xfrm>
        </p:spPr>
        <p:txBody>
          <a:bodyPr anchor="ctr"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1195646217" name="Textplatzhalter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94759" y="3062768"/>
            <a:ext cx="2073457" cy="1316045"/>
          </a:xfrm>
        </p:spPr>
        <p:txBody>
          <a:bodyPr anchor="ctr"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384762773" name="Textplatzhalter 4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021885" y="3062768"/>
            <a:ext cx="2073457" cy="1316045"/>
          </a:xfrm>
        </p:spPr>
        <p:txBody>
          <a:bodyPr anchor="ctr"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  <p:sp>
        <p:nvSpPr>
          <p:cNvPr id="749795111" name="Textplatzhalter 4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698324" y="3062768"/>
            <a:ext cx="2073457" cy="1316045"/>
          </a:xfrm>
        </p:spPr>
        <p:txBody>
          <a:bodyPr anchor="ctr"/>
          <a:lstStyle>
            <a:lvl1pPr marL="0" indent="0">
              <a:buClrTx/>
              <a:buFontTx/>
              <a:buNone/>
              <a:defRPr/>
            </a:lvl1pPr>
            <a:lvl2pPr marL="201216" indent="0">
              <a:buClrTx/>
              <a:buFontTx/>
              <a:buNone/>
              <a:defRPr/>
            </a:lvl2pPr>
            <a:lvl3pPr marL="403622" indent="0">
              <a:buClrTx/>
              <a:buFontTx/>
              <a:buNone/>
              <a:defRPr/>
            </a:lvl3pPr>
            <a:lvl4pPr marL="604838" indent="0">
              <a:buClrTx/>
              <a:buFontTx/>
              <a:buNone/>
              <a:defRPr/>
            </a:lvl4pPr>
            <a:lvl5pPr marL="807244" indent="0">
              <a:buClrTx/>
              <a:buFontTx/>
              <a:buNone/>
              <a:defRPr/>
            </a:lvl5pPr>
          </a:lstStyle>
          <a:p>
            <a:pPr lvl="0">
              <a:defRPr/>
            </a:pPr>
            <a:r>
              <a:rPr lang="de-CH"/>
              <a:t>Text durch Klicken hinzufügen</a:t>
            </a:r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Pro und Contra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0344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633129727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2079853916" name="Textplatzhalter 6"/>
          <p:cNvSpPr>
            <a:spLocks noGrp="1"/>
          </p:cNvSpPr>
          <p:nvPr>
            <p:ph type="body" sz="quarter" idx="11"/>
          </p:nvPr>
        </p:nvSpPr>
        <p:spPr bwMode="auto">
          <a:xfrm>
            <a:off x="1295400" y="1958579"/>
            <a:ext cx="3427487" cy="2530078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730884037" name="Abgerundetes Rechteck 8"/>
          <p:cNvSpPr/>
          <p:nvPr/>
        </p:nvSpPr>
        <p:spPr bwMode="auto">
          <a:xfrm>
            <a:off x="1295399" y="1416116"/>
            <a:ext cx="7488000" cy="252000"/>
          </a:xfrm>
          <a:prstGeom prst="roundRect">
            <a:avLst>
              <a:gd name="adj" fmla="val 2174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807112813" name="Ellipse 11"/>
          <p:cNvSpPr/>
          <p:nvPr/>
        </p:nvSpPr>
        <p:spPr bwMode="auto">
          <a:xfrm>
            <a:off x="4711004" y="1238588"/>
            <a:ext cx="641290" cy="64129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67523739" name="Textplatzhalter 6"/>
          <p:cNvSpPr>
            <a:spLocks noGrp="1"/>
          </p:cNvSpPr>
          <p:nvPr>
            <p:ph type="body" sz="quarter" idx="16"/>
          </p:nvPr>
        </p:nvSpPr>
        <p:spPr bwMode="auto">
          <a:xfrm>
            <a:off x="5346354" y="1958578"/>
            <a:ext cx="3427487" cy="2530079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1721604934" name="Textplatzhalter 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386268" y="1453151"/>
            <a:ext cx="215339" cy="164561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+</a:t>
            </a:r>
            <a:endParaRPr lang="de-CH"/>
          </a:p>
        </p:txBody>
      </p:sp>
      <p:sp>
        <p:nvSpPr>
          <p:cNvPr id="2106915771" name="Textplatzhalt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547103" y="1443525"/>
            <a:ext cx="133166" cy="164561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-</a:t>
            </a:r>
            <a:endParaRPr lang="de-CH"/>
          </a:p>
        </p:txBody>
      </p:sp>
      <p:sp>
        <p:nvSpPr>
          <p:cNvPr id="1650728707" name="Bildplatzhalter 13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862899" y="1390482"/>
            <a:ext cx="337500" cy="3375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5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Team 4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01002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35680593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482238948" name="Textplatzhalt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305723" y="2571750"/>
            <a:ext cx="1718836" cy="326797"/>
          </a:xfrm>
        </p:spPr>
        <p:txBody>
          <a:bodyPr/>
          <a:lstStyle>
            <a:lvl1pPr marL="0" indent="0">
              <a:buFontTx/>
              <a:buNone/>
              <a:defRPr sz="21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350572531" name="Textplatzhalter 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7074603" y="2571750"/>
            <a:ext cx="1718836" cy="326797"/>
          </a:xfrm>
        </p:spPr>
        <p:txBody>
          <a:bodyPr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Name</a:t>
            </a:r>
            <a:endParaRPr lang="de-CH"/>
          </a:p>
        </p:txBody>
      </p:sp>
      <p:sp>
        <p:nvSpPr>
          <p:cNvPr id="1190489799" name="Textplatzhalt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28683" y="2571750"/>
            <a:ext cx="1718836" cy="326797"/>
          </a:xfrm>
        </p:spPr>
        <p:txBody>
          <a:bodyPr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Name</a:t>
            </a:r>
            <a:endParaRPr lang="de-CH"/>
          </a:p>
        </p:txBody>
      </p:sp>
      <p:sp>
        <p:nvSpPr>
          <p:cNvPr id="1708982945" name="Textplatzhalter 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51643" y="2571750"/>
            <a:ext cx="1718836" cy="326797"/>
          </a:xfrm>
        </p:spPr>
        <p:txBody>
          <a:bodyPr/>
          <a:lstStyle>
            <a:lvl1pPr marL="0" indent="0">
              <a:buFontTx/>
              <a:buNone/>
              <a:defRPr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Name</a:t>
            </a:r>
            <a:endParaRPr lang="de-CH"/>
          </a:p>
        </p:txBody>
      </p:sp>
      <p:sp>
        <p:nvSpPr>
          <p:cNvPr id="184616615" name="Textplatzhalter 4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305723" y="3004637"/>
            <a:ext cx="1718836" cy="1436054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631116812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28683" y="3004637"/>
            <a:ext cx="1718836" cy="1436054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338972335" name="Textplatzhalter 4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151643" y="3004637"/>
            <a:ext cx="1718836" cy="1436054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872957857" name="Textplatzhalter 4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074602" y="3004637"/>
            <a:ext cx="1718836" cy="1436054"/>
          </a:xfrm>
        </p:spPr>
        <p:txBody>
          <a:bodyPr/>
          <a:lstStyle>
            <a:lvl1pPr marL="0" marR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 sz="1600"/>
            </a:lvl1pPr>
            <a:lvl5pPr>
              <a:defRPr/>
            </a:lvl5pPr>
          </a:lstStyle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defRPr/>
            </a:pPr>
            <a:r>
              <a:rPr lang="de-DE"/>
              <a:t>Text durch Klicken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121048190" name="Bildplatzhalter 6"/>
          <p:cNvSpPr>
            <a:spLocks noGrp="1"/>
          </p:cNvSpPr>
          <p:nvPr>
            <p:ph type="pic" sz="quarter" idx="34" hasCustomPrompt="1"/>
          </p:nvPr>
        </p:nvSpPr>
        <p:spPr bwMode="auto">
          <a:xfrm>
            <a:off x="7388356" y="1264182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878608663" name="Bildplatzhalter 6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5467513" y="1264182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021796486" name="Bildplatzhalter 6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546670" y="1264182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261584780" name="Bildplatzhalter 6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1625827" y="1265471"/>
            <a:ext cx="1080000" cy="1080000"/>
          </a:xfrm>
          <a:prstGeom prst="ellipse">
            <a:avLst/>
          </a:prstGeom>
          <a:ln>
            <a:noFill/>
          </a:ln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Team 6 Punkte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55009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952114160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365197593" name="Textplatzhalter 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286443" y="2565390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1626009345" name="Textplatzhalter 4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86443" y="2718001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958367762" name="Textplatzhalter 4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029643" y="2571750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  <a:p>
            <a:pPr lvl="0">
              <a:defRPr/>
            </a:pPr>
            <a:endParaRPr lang="de-CH"/>
          </a:p>
        </p:txBody>
      </p:sp>
      <p:sp>
        <p:nvSpPr>
          <p:cNvPr id="1398364773" name="Textplatzhalter 4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029643" y="2724361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1554421951" name="Textplatzhalter 4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286443" y="4336046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1360745760" name="Textplatzhalter 4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286443" y="4488657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203063990" name="Textplatzhalter 4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029643" y="4336046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1206972354" name="Textplatzhalter 4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029643" y="4488657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298413863" name="Textplatzhalter 4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6675340" y="2565390"/>
            <a:ext cx="2272133" cy="152611"/>
          </a:xfr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846168160" name="Textplatzhalter 4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6675340" y="2718001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751704759" name="Textplatzhalter 4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6675340" y="4336046"/>
            <a:ext cx="2272133" cy="15261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1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Name hinzufügen</a:t>
            </a:r>
            <a:endParaRPr/>
          </a:p>
        </p:txBody>
      </p:sp>
      <p:sp>
        <p:nvSpPr>
          <p:cNvPr id="1202997009" name="Textplatzhalter 4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6675340" y="4488657"/>
            <a:ext cx="2272133" cy="160424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100" b="0"/>
            </a:lvl1pPr>
            <a:lvl5pPr marL="807244" indent="0">
              <a:buFontTx/>
              <a:buNone/>
              <a:defRPr sz="1050"/>
            </a:lvl5pPr>
          </a:lstStyle>
          <a:p>
            <a:pPr lvl="0">
              <a:defRPr/>
            </a:pPr>
            <a:r>
              <a:rPr lang="de-CH"/>
              <a:t>Abteilung</a:t>
            </a:r>
            <a:endParaRPr/>
          </a:p>
        </p:txBody>
      </p:sp>
      <p:sp>
        <p:nvSpPr>
          <p:cNvPr id="1966611318" name="Bildplatzhalter 6"/>
          <p:cNvSpPr>
            <a:spLocks noGrp="1"/>
          </p:cNvSpPr>
          <p:nvPr>
            <p:ph type="pic" sz="quarter" idx="48" hasCustomPrompt="1"/>
          </p:nvPr>
        </p:nvSpPr>
        <p:spPr bwMode="auto">
          <a:xfrm>
            <a:off x="1302677" y="1260608"/>
            <a:ext cx="1215000" cy="12150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1093535433" name="Bildplatzhalter 6"/>
          <p:cNvSpPr>
            <a:spLocks noGrp="1"/>
          </p:cNvSpPr>
          <p:nvPr>
            <p:ph type="pic" sz="quarter" idx="49" hasCustomPrompt="1"/>
          </p:nvPr>
        </p:nvSpPr>
        <p:spPr bwMode="auto">
          <a:xfrm>
            <a:off x="4029644" y="1260608"/>
            <a:ext cx="1215000" cy="12150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2 Bild klicken &gt; Mediaset</a:t>
            </a:r>
            <a:endParaRPr/>
          </a:p>
        </p:txBody>
      </p:sp>
      <p:sp>
        <p:nvSpPr>
          <p:cNvPr id="1993928697" name="Bildplatzhalter 6"/>
          <p:cNvSpPr>
            <a:spLocks noGrp="1"/>
          </p:cNvSpPr>
          <p:nvPr>
            <p:ph type="pic" sz="quarter" idx="50" hasCustomPrompt="1"/>
          </p:nvPr>
        </p:nvSpPr>
        <p:spPr bwMode="auto">
          <a:xfrm>
            <a:off x="6675341" y="1260608"/>
            <a:ext cx="1215000" cy="12150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3 Bild klicken &gt; Mediaset</a:t>
            </a:r>
            <a:endParaRPr/>
          </a:p>
        </p:txBody>
      </p:sp>
      <p:sp>
        <p:nvSpPr>
          <p:cNvPr id="1865086308" name="Bildplatzhalter 6"/>
          <p:cNvSpPr>
            <a:spLocks noGrp="1"/>
          </p:cNvSpPr>
          <p:nvPr>
            <p:ph type="pic" sz="quarter" idx="51" hasCustomPrompt="1"/>
          </p:nvPr>
        </p:nvSpPr>
        <p:spPr bwMode="auto">
          <a:xfrm>
            <a:off x="1302677" y="3038484"/>
            <a:ext cx="1215000" cy="12150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4 Bild klicken &gt; Mediaset</a:t>
            </a:r>
            <a:endParaRPr/>
          </a:p>
        </p:txBody>
      </p:sp>
      <p:sp>
        <p:nvSpPr>
          <p:cNvPr id="956658991" name="Bildplatzhalter 6"/>
          <p:cNvSpPr>
            <a:spLocks noGrp="1"/>
          </p:cNvSpPr>
          <p:nvPr>
            <p:ph type="pic" sz="quarter" idx="52" hasCustomPrompt="1"/>
          </p:nvPr>
        </p:nvSpPr>
        <p:spPr bwMode="auto">
          <a:xfrm>
            <a:off x="4029644" y="3038484"/>
            <a:ext cx="1215000" cy="12150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5 Bild klicken &gt; Mediaset</a:t>
            </a:r>
            <a:endParaRPr/>
          </a:p>
        </p:txBody>
      </p:sp>
      <p:sp>
        <p:nvSpPr>
          <p:cNvPr id="768131062" name="Bildplatzhalter 6"/>
          <p:cNvSpPr>
            <a:spLocks noGrp="1"/>
          </p:cNvSpPr>
          <p:nvPr>
            <p:ph type="pic" sz="quarter" idx="53" hasCustomPrompt="1"/>
          </p:nvPr>
        </p:nvSpPr>
        <p:spPr bwMode="auto">
          <a:xfrm>
            <a:off x="6675341" y="3038484"/>
            <a:ext cx="1215000" cy="1215000"/>
          </a:xfrm>
          <a:prstGeom prst="ellipse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/>
            </a:lvl1pPr>
          </a:lstStyle>
          <a:p>
            <a:pPr>
              <a:defRPr/>
            </a:pPr>
            <a:r>
              <a:rPr lang="de-CH"/>
              <a:t>6 Bild klicken &gt; Mediaset</a:t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_Zitat mit Bild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32465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1369956586" name="Foliennummernplatzhalt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137083822" name="Bildplatzhalter 8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6355622" y="1455632"/>
            <a:ext cx="2430000" cy="2430000"/>
          </a:xfrm>
          <a:prstGeom prst="ellipse">
            <a:avLst/>
          </a:prstGeom>
        </p:spPr>
        <p:txBody>
          <a:bodyPr/>
          <a:lstStyle>
            <a:lvl1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700"/>
            </a:lvl1pPr>
          </a:lstStyle>
          <a:p>
            <a:pPr marL="0" marR="0" lvl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1 Bild klicken &gt; Mediaset</a:t>
            </a:r>
            <a:endParaRPr/>
          </a:p>
        </p:txBody>
      </p:sp>
      <p:sp>
        <p:nvSpPr>
          <p:cNvPr id="41045617" name="Textplatzhalter 4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866431" y="4310225"/>
            <a:ext cx="3500843" cy="276983"/>
          </a:xfrm>
        </p:spPr>
        <p:txBody>
          <a:bodyPr anchor="t"/>
          <a:lstStyle>
            <a:lvl1pPr marL="0" indent="0">
              <a:buFontTx/>
              <a:buNone/>
              <a:defRPr sz="1200"/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Vorname Nachname durch Klicken einfügen</a:t>
            </a:r>
            <a:endParaRPr/>
          </a:p>
        </p:txBody>
      </p:sp>
      <p:sp>
        <p:nvSpPr>
          <p:cNvPr id="525995176" name="Textplatzhalter 4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315928" y="1373357"/>
            <a:ext cx="3447041" cy="2644725"/>
          </a:xfrm>
        </p:spPr>
        <p:txBody>
          <a:bodyPr/>
          <a:lstStyle>
            <a:lvl1pPr marL="540000" indent="0">
              <a:buFontTx/>
              <a:buNone/>
              <a:defRPr/>
            </a:lvl1pPr>
            <a:lvl2pPr marL="201216" indent="0">
              <a:buFontTx/>
              <a:buNone/>
              <a:defRPr/>
            </a:lvl2pPr>
            <a:lvl3pPr marL="403622" indent="0">
              <a:buFontTx/>
              <a:buNone/>
              <a:defRPr/>
            </a:lvl3pPr>
            <a:lvl4pPr marL="604838" indent="0">
              <a:buFontTx/>
              <a:buNone/>
              <a:defRPr/>
            </a:lvl4pPr>
            <a:lvl5pPr marL="807244" indent="0">
              <a:buFontTx/>
              <a:buNone/>
              <a:defRPr/>
            </a:lvl5pPr>
          </a:lstStyle>
          <a:p>
            <a:pPr lvl="0">
              <a:defRPr/>
            </a:pPr>
            <a:r>
              <a:rPr lang="de-DE"/>
              <a:t>Zitattext durch Klicken einfügen</a:t>
            </a:r>
            <a:endParaRPr lang="de-CH"/>
          </a:p>
        </p:txBody>
      </p:sp>
      <p:sp>
        <p:nvSpPr>
          <p:cNvPr id="1152743902" name="Textfeld 10"/>
          <p:cNvSpPr txBox="1"/>
          <p:nvPr/>
        </p:nvSpPr>
        <p:spPr bwMode="auto">
          <a:xfrm>
            <a:off x="1199503" y="1477078"/>
            <a:ext cx="687333" cy="494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lang="de-DE" sz="72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+mn-ea"/>
                <a:cs typeface="+mn-cs"/>
              </a:rPr>
              <a:t>«</a:t>
            </a:r>
            <a:endParaRPr lang="de-CH" sz="72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120468369" name="Textfeld 11"/>
          <p:cNvSpPr txBox="1"/>
          <p:nvPr/>
        </p:nvSpPr>
        <p:spPr bwMode="auto">
          <a:xfrm>
            <a:off x="4679941" y="3843223"/>
            <a:ext cx="687333" cy="494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lang="de-DE" sz="72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+mn-ea"/>
                <a:cs typeface="+mn-cs"/>
              </a:rPr>
              <a:t>»</a:t>
            </a:r>
            <a:endParaRPr lang="de-CH" sz="72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6_Ein Wort Türkis Hintergrund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704815" name="Rechteck 4"/>
          <p:cNvSpPr/>
          <p:nvPr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2106612347" name="Textplatzhalt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223963" y="2816952"/>
            <a:ext cx="6696075" cy="647700"/>
          </a:xfrm>
          <a:prstGeom prst="rect">
            <a:avLst/>
          </a:prstGeom>
        </p:spPr>
        <p:txBody>
          <a:bodyPr anchor="ctr"/>
          <a:lstStyle>
            <a:lvl1pPr marL="0" marR="0" indent="0" algn="ctr" defTabSz="685800" rtl="0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 sz="52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685800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defRPr/>
            </a:pPr>
            <a:r>
              <a:rPr lang="de-CH"/>
              <a:t>Ein Wort </a:t>
            </a:r>
            <a:r>
              <a:rPr lang="de-DE"/>
              <a:t>hinzufügen</a:t>
            </a:r>
            <a:endParaRPr lang="de-CH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6_Ein Wort Icon Türkis Hintergrund Türk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53443" name="Rechteck 4"/>
          <p:cNvSpPr/>
          <p:nvPr/>
        </p:nvSpPr>
        <p:spPr bwMode="auto">
          <a:xfrm>
            <a:off x="1189" y="1087041"/>
            <a:ext cx="9144000" cy="40564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852882879" name="Abgerundetes Rechteck 8"/>
          <p:cNvSpPr/>
          <p:nvPr/>
        </p:nvSpPr>
        <p:spPr bwMode="auto">
          <a:xfrm>
            <a:off x="3707904" y="1538126"/>
            <a:ext cx="1728192" cy="1728000"/>
          </a:xfrm>
          <a:prstGeom prst="roundRect">
            <a:avLst>
              <a:gd name="adj" fmla="val 1718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 sz="1350"/>
          </a:p>
        </p:txBody>
      </p:sp>
      <p:sp>
        <p:nvSpPr>
          <p:cNvPr id="1286282331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223963" y="3621093"/>
            <a:ext cx="6696075" cy="6477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6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CH"/>
              <a:t>Ein Wort hinzufügen</a:t>
            </a:r>
            <a:endParaRPr/>
          </a:p>
        </p:txBody>
      </p:sp>
      <p:sp>
        <p:nvSpPr>
          <p:cNvPr id="466506288" name="Bildplatzhalt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4032000" y="1862126"/>
            <a:ext cx="1080000" cy="1080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7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de-CH"/>
              <a:t>Bild klicken &gt; Mediaset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Relationship Id="rId54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theme" Target="../theme/theme2.xml"/><Relationship Id="rId5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878641" name="Titel"/>
          <p:cNvSpPr>
            <a:spLocks noChangeArrowheads="1" noGrp="1"/>
          </p:cNvSpPr>
          <p:nvPr>
            <p:ph type="title"/>
          </p:nvPr>
        </p:nvSpPr>
        <p:spPr bwMode="auto">
          <a:xfrm>
            <a:off x="1295400" y="203201"/>
            <a:ext cx="7489825" cy="820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676930909" name="Foliennummernplatzhalter 1"/>
          <p:cNvSpPr>
            <a:spLocks noGrp="1"/>
          </p:cNvSpPr>
          <p:nvPr>
            <p:ph type="sldNum" sz="quarter" idx="4"/>
          </p:nvPr>
        </p:nvSpPr>
        <p:spPr bwMode="auto">
          <a:xfrm>
            <a:off x="8328627" y="4755374"/>
            <a:ext cx="445214" cy="13619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45720" rtlCol="0" anchor="t"/>
          <a:lstStyle>
            <a:lvl1pPr algn="r">
              <a:lnSpc>
                <a:spcPts val="12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190536603" name="Rectangle 28"/>
          <p:cNvSpPr>
            <a:spLocks noChangeArrowheads="1" noGrp="1"/>
          </p:cNvSpPr>
          <p:nvPr>
            <p:ph type="body" idx="1"/>
          </p:nvPr>
        </p:nvSpPr>
        <p:spPr bwMode="auto">
          <a:xfrm>
            <a:off x="1295400" y="1095375"/>
            <a:ext cx="7488600" cy="338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 </a:t>
            </a:r>
            <a:endParaRPr/>
          </a:p>
        </p:txBody>
      </p:sp>
      <p:sp>
        <p:nvSpPr>
          <p:cNvPr id="851776108" name="Line 40"/>
          <p:cNvSpPr>
            <a:spLocks noChangeShapeType="1"/>
          </p:cNvSpPr>
          <p:nvPr/>
        </p:nvSpPr>
        <p:spPr bwMode="auto">
          <a:xfrm flipH="1">
            <a:off x="1295399" y="4697379"/>
            <a:ext cx="7489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CH" sz="1800"/>
          </a:p>
        </p:txBody>
      </p:sp>
      <p:sp>
        <p:nvSpPr>
          <p:cNvPr id="712806283" name="Textplatzhalter 2"/>
          <p:cNvSpPr txBox="1"/>
          <p:nvPr/>
        </p:nvSpPr>
        <p:spPr bwMode="auto">
          <a:xfrm>
            <a:off x="1298318" y="4870087"/>
            <a:ext cx="3865706" cy="115449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685800" rtl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900" b="1">
                <a:latin typeface="Arial"/>
              </a:rPr>
              <a:t> </a:t>
            </a:r>
            <a:endParaRPr/>
          </a:p>
        </p:txBody>
      </p:sp>
      <p:sp>
        <p:nvSpPr>
          <p:cNvPr id="773809096" name="Fußzeilenplatzhalter 3"/>
          <p:cNvSpPr txBox="1"/>
          <p:nvPr/>
        </p:nvSpPr>
        <p:spPr bwMode="auto">
          <a:xfrm>
            <a:off x="5257314" y="4755175"/>
            <a:ext cx="3203696" cy="128216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CH"/>
            </a:defPPr>
            <a:lvl1pPr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5pPr>
            <a:lvl6pPr marL="22860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6pPr>
            <a:lvl7pPr marL="27432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7pPr>
            <a:lvl8pPr marL="32004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8pPr>
            <a:lvl9pPr marL="36576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9pPr>
          </a:lstStyle>
          <a:p>
            <a:pPr marL="0" marR="0" lvl="0" indent="0" algn="l" defTabSz="685800" rtl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900" b="0">
              <a:latin typeface="Arial"/>
            </a:endParaRPr>
          </a:p>
        </p:txBody>
      </p:sp>
      <p:sp>
        <p:nvSpPr>
          <p:cNvPr id="879726073" name="Textplatzhalter 2"/>
          <p:cNvSpPr txBox="1"/>
          <p:nvPr/>
        </p:nvSpPr>
        <p:spPr bwMode="auto">
          <a:xfrm>
            <a:off x="1298317" y="4754531"/>
            <a:ext cx="3865708" cy="115449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900" b="0">
                <a:latin typeface="Arial"/>
              </a:rPr>
              <a:t> </a:t>
            </a:r>
            <a:endParaRPr lang="de-CH" sz="900" b="0">
              <a:latin typeface="Arial"/>
            </a:endParaRPr>
          </a:p>
          <a:p>
            <a:pPr marL="0" marR="0" lvl="0" indent="0" algn="l" defTabSz="685800" rtl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900" b="1">
              <a:latin typeface="Arial"/>
            </a:endParaRPr>
          </a:p>
        </p:txBody>
      </p:sp>
      <p:pic>
        <p:nvPicPr>
          <p:cNvPr id="1316362002" name="Wappen" descr="Wappen"/>
          <p:cNvPicPr>
            <a:picLocks noChangeAspect="1"/>
          </p:cNvPicPr>
          <p:nvPr userDrawn="1"/>
        </p:nvPicPr>
        <p:blipFill rotWithShape="1">
          <a:blip r:embed="rId54"/>
          <a:srcRect l="1817" t="4402" r="84985" b="43721"/>
          <a:stretch/>
        </p:blipFill>
        <p:spPr bwMode="auto">
          <a:xfrm>
            <a:off x="360000" y="270000"/>
            <a:ext cx="213230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hf dt="0" ftr="1" hdr="0" sldNum="1"/>
  <p:txStyles>
    <p:titleStyle>
      <a:lvl1pPr algn="l" rtl="0">
        <a:lnSpc>
          <a:spcPts val="3600"/>
        </a:lnSpc>
        <a:spcBef>
          <a:spcPts val="0"/>
        </a:spcBef>
        <a:spcAft>
          <a:spcPts val="0"/>
        </a:spcAft>
        <a:defRPr sz="3200" b="1">
          <a:solidFill>
            <a:srgbClr val="3366CC"/>
          </a:solidFill>
          <a:latin typeface="+mj-lt"/>
          <a:ea typeface="+mj-ea"/>
          <a:cs typeface="+mj-cs"/>
        </a:defRPr>
      </a:lvl1pPr>
      <a:lvl2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2pPr>
      <a:lvl3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3pPr>
      <a:lvl4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4pPr>
      <a:lvl5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5pPr>
      <a:lvl6pPr marL="3429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6pPr>
      <a:lvl7pPr marL="6858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7pPr>
      <a:lvl8pPr marL="10287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8pPr>
      <a:lvl9pPr marL="13716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9pPr>
    </p:titleStyle>
    <p:bodyStyle>
      <a:lvl1pPr marL="201216" indent="-201216" algn="l" rtl="0">
        <a:lnSpc>
          <a:spcPts val="195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403622" indent="-202406" algn="l" rtl="0">
        <a:lnSpc>
          <a:spcPts val="195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Char char="•"/>
        <a:defRPr sz="1600">
          <a:solidFill>
            <a:schemeClr val="tx1"/>
          </a:solidFill>
          <a:latin typeface="+mn-lt"/>
        </a:defRPr>
      </a:lvl2pPr>
      <a:lvl3pPr marL="604838" indent="-201216" algn="l" rtl="0">
        <a:lnSpc>
          <a:spcPts val="195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Char char="•"/>
        <a:defRPr sz="1600">
          <a:solidFill>
            <a:schemeClr val="tx1"/>
          </a:solidFill>
          <a:latin typeface="+mn-lt"/>
        </a:defRPr>
      </a:lvl3pPr>
      <a:lvl4pPr marL="807244" indent="-202406" algn="l" rtl="0">
        <a:lnSpc>
          <a:spcPts val="195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Char char="•"/>
        <a:defRPr sz="1600">
          <a:solidFill>
            <a:schemeClr val="tx1"/>
          </a:solidFill>
          <a:latin typeface="+mn-lt"/>
        </a:defRPr>
      </a:lvl4pPr>
      <a:lvl5pPr marL="1008460" indent="-201216" algn="l" rtl="0">
        <a:lnSpc>
          <a:spcPts val="1950"/>
        </a:lnSpc>
        <a:spcBef>
          <a:spcPts val="0"/>
        </a:spcBef>
        <a:spcAft>
          <a:spcPts val="0"/>
        </a:spcAft>
        <a:buClr>
          <a:schemeClr val="tx1"/>
        </a:buClr>
        <a:buFont typeface="Arial"/>
        <a:buChar char="•"/>
        <a:defRPr sz="1600">
          <a:solidFill>
            <a:schemeClr val="tx1"/>
          </a:solidFill>
          <a:latin typeface="+mn-lt"/>
        </a:defRPr>
      </a:lvl5pPr>
      <a:lvl6pPr marL="18859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6pPr>
      <a:lvl7pPr marL="22288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7pPr>
      <a:lvl8pPr marL="25717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8pPr>
      <a:lvl9pPr marL="29146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481049" name="Titel"/>
          <p:cNvSpPr>
            <a:spLocks noChangeArrowheads="1" noGrp="1"/>
          </p:cNvSpPr>
          <p:nvPr>
            <p:ph type="title"/>
          </p:nvPr>
        </p:nvSpPr>
        <p:spPr bwMode="auto">
          <a:xfrm>
            <a:off x="1295400" y="201600"/>
            <a:ext cx="7489825" cy="872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CH"/>
              <a:t>Titel durch Klicken hinzufügen</a:t>
            </a:r>
            <a:endParaRPr/>
          </a:p>
        </p:txBody>
      </p:sp>
      <p:sp>
        <p:nvSpPr>
          <p:cNvPr id="87651129" name="Rechteck 2"/>
          <p:cNvSpPr/>
          <p:nvPr/>
        </p:nvSpPr>
        <p:spPr bwMode="auto">
          <a:xfrm>
            <a:off x="0" y="1095375"/>
            <a:ext cx="9144000" cy="40481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/>
          </a:bodyPr>
          <a:lstStyle/>
          <a:p>
            <a:pPr marL="0" marR="0" indent="0" algn="l" defTabSz="685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1800" b="0" i="0" u="none" strike="noStrike" cap="none">
              <a:ln>
                <a:noFill/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1201172429" name="Foliennummernplatzhalter 1"/>
          <p:cNvSpPr>
            <a:spLocks noGrp="1"/>
          </p:cNvSpPr>
          <p:nvPr>
            <p:ph type="sldNum" sz="quarter" idx="4"/>
          </p:nvPr>
        </p:nvSpPr>
        <p:spPr bwMode="auto">
          <a:xfrm>
            <a:off x="8328627" y="4755374"/>
            <a:ext cx="445214" cy="13619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45720" rtlCol="0" anchor="t"/>
          <a:lstStyle>
            <a:lvl1pPr algn="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7D21FFDD-132D-4B5B-AD6B-BCC06A41D268}" type="slidenum">
              <a:rPr lang="de-CH"/>
              <a:t>‹Nr.›</a:t>
            </a:fld>
            <a:endParaRPr lang="de-CH"/>
          </a:p>
        </p:txBody>
      </p:sp>
      <p:sp>
        <p:nvSpPr>
          <p:cNvPr id="1208123557" name="Rectangle 28"/>
          <p:cNvSpPr>
            <a:spLocks noChangeArrowheads="1" noGrp="1"/>
          </p:cNvSpPr>
          <p:nvPr>
            <p:ph type="body" idx="1"/>
          </p:nvPr>
        </p:nvSpPr>
        <p:spPr bwMode="auto">
          <a:xfrm>
            <a:off x="1295400" y="1248966"/>
            <a:ext cx="7488600" cy="323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CH"/>
              <a:t>Text durch Klicken hinzufügen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 </a:t>
            </a:r>
            <a:endParaRPr/>
          </a:p>
        </p:txBody>
      </p:sp>
      <p:sp>
        <p:nvSpPr>
          <p:cNvPr id="798780563" name="Line 40"/>
          <p:cNvSpPr>
            <a:spLocks noChangeShapeType="1"/>
          </p:cNvSpPr>
          <p:nvPr/>
        </p:nvSpPr>
        <p:spPr bwMode="auto">
          <a:xfrm flipH="1">
            <a:off x="1295399" y="4697379"/>
            <a:ext cx="750316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CH" sz="1800"/>
          </a:p>
        </p:txBody>
      </p:sp>
      <p:sp>
        <p:nvSpPr>
          <p:cNvPr id="24343471" name="Textplatzhalter 2"/>
          <p:cNvSpPr txBox="1"/>
          <p:nvPr/>
        </p:nvSpPr>
        <p:spPr bwMode="auto">
          <a:xfrm>
            <a:off x="1289600" y="4858689"/>
            <a:ext cx="3871673" cy="141318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900" b="1">
                <a:solidFill>
                  <a:schemeClr val="bg1"/>
                </a:solidFill>
                <a:latin typeface="Arial"/>
              </a:rPr>
              <a:t> </a:t>
            </a:r>
            <a:endParaRPr/>
          </a:p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CH" sz="900" b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1888097314" name="Fußzeilenplatzhalter 3"/>
          <p:cNvSpPr txBox="1"/>
          <p:nvPr/>
        </p:nvSpPr>
        <p:spPr bwMode="auto">
          <a:xfrm>
            <a:off x="5249780" y="4755175"/>
            <a:ext cx="3211230" cy="129276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CH"/>
            </a:defPPr>
            <a:lvl1pPr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5pPr>
            <a:lvl6pPr marL="22860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6pPr>
            <a:lvl7pPr marL="27432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7pPr>
            <a:lvl8pPr marL="32004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8pPr>
            <a:lvl9pPr marL="36576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9pPr>
          </a:lstStyle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/>
          </a:p>
        </p:txBody>
      </p:sp>
      <p:sp>
        <p:nvSpPr>
          <p:cNvPr id="1855063397" name="Fußzeilenplatzhalter 3"/>
          <p:cNvSpPr txBox="1"/>
          <p:nvPr/>
        </p:nvSpPr>
        <p:spPr bwMode="auto">
          <a:xfrm>
            <a:off x="5249779" y="4869981"/>
            <a:ext cx="3211231" cy="123301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CH"/>
            </a:defPPr>
            <a:lvl1pPr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2pPr>
            <a:lvl3pPr marL="9144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3pPr>
            <a:lvl4pPr marL="13716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4pPr>
            <a:lvl5pPr marL="1828800" algn="l" rtl="0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5pPr>
            <a:lvl6pPr marL="22860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6pPr>
            <a:lvl7pPr marL="27432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7pPr>
            <a:lvl8pPr marL="32004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8pPr>
            <a:lvl9pPr marL="3657600" algn="l" defTabSz="914400" rtl="0">
              <a:defRPr sz="24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de-CH" sz="900">
                <a:solidFill>
                  <a:schemeClr val="bg1"/>
                </a:solidFill>
                <a:latin typeface="Arial"/>
              </a:rPr>
              <a:t>[Titel der Präsentation], </a:t>
            </a:r>
            <a:r>
              <a:rPr lang="de-CH" sz="900" b="0">
                <a:solidFill>
                  <a:schemeClr val="bg1"/>
                </a:solidFill>
                <a:latin typeface="Arial"/>
              </a:rPr>
              <a:t>19. März 2025</a:t>
            </a:r>
            <a:endParaRPr/>
          </a:p>
        </p:txBody>
      </p:sp>
      <p:sp>
        <p:nvSpPr>
          <p:cNvPr id="880303286" name="Textplatzhalter 2"/>
          <p:cNvSpPr txBox="1"/>
          <p:nvPr/>
        </p:nvSpPr>
        <p:spPr bwMode="auto">
          <a:xfrm>
            <a:off x="1289599" y="4743133"/>
            <a:ext cx="3871673" cy="141318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2pPr>
            <a:lvl3pPr marL="806450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3pPr>
            <a:lvl4pPr marL="1076325" indent="-269875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4pPr>
            <a:lvl5pPr marL="1344613" indent="-268288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</a:defRPr>
            </a:lvl5pPr>
            <a:lvl6pPr marL="25146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6pPr>
            <a:lvl7pPr marL="29718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7pPr>
            <a:lvl8pPr marL="34290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8pPr>
            <a:lvl9pPr marL="3886200" indent="-22860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685800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de-CH" sz="900" b="0">
                <a:solidFill>
                  <a:schemeClr val="bg1"/>
                </a:solidFill>
                <a:latin typeface="Arial"/>
              </a:rPr>
              <a:t> </a:t>
            </a:r>
            <a:endParaRPr/>
          </a:p>
        </p:txBody>
      </p:sp>
      <p:pic>
        <p:nvPicPr>
          <p:cNvPr id="167361217" name="Wappen" descr="Wappen"/>
          <p:cNvPicPr>
            <a:picLocks noChangeAspect="1"/>
          </p:cNvPicPr>
          <p:nvPr userDrawn="1"/>
        </p:nvPicPr>
        <p:blipFill rotWithShape="1">
          <a:blip r:embed="rId51"/>
          <a:srcRect l="1817" t="4402" r="84985" b="43721"/>
          <a:stretch/>
        </p:blipFill>
        <p:spPr bwMode="auto">
          <a:xfrm>
            <a:off x="360000" y="270000"/>
            <a:ext cx="213230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</p:sldLayoutIdLst>
  <p:hf dt="0" ftr="1" hdr="0" sldNum="1"/>
  <p:txStyles>
    <p:titleStyle>
      <a:lvl1pPr algn="l" rtl="0">
        <a:lnSpc>
          <a:spcPts val="3600"/>
        </a:lnSpc>
        <a:spcBef>
          <a:spcPts val="0"/>
        </a:spcBef>
        <a:spcAft>
          <a:spcPts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2pPr>
      <a:lvl3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3pPr>
      <a:lvl4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4pPr>
      <a:lvl5pPr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5pPr>
      <a:lvl6pPr marL="3429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6pPr>
      <a:lvl7pPr marL="6858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7pPr>
      <a:lvl8pPr marL="10287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8pPr>
      <a:lvl9pPr marL="1371600" algn="l" rtl="0">
        <a:spcBef>
          <a:spcPts val="0"/>
        </a:spcBef>
        <a:spcAft>
          <a:spcPts val="0"/>
        </a:spcAft>
        <a:defRPr sz="2400" b="1">
          <a:solidFill>
            <a:schemeClr val="tx1"/>
          </a:solidFill>
          <a:latin typeface="Arial"/>
        </a:defRPr>
      </a:lvl9pPr>
    </p:titleStyle>
    <p:bodyStyle>
      <a:lvl1pPr marL="201216" indent="-201216" algn="l" rtl="0">
        <a:lnSpc>
          <a:spcPts val="2600"/>
        </a:lnSpc>
        <a:spcBef>
          <a:spcPts val="0"/>
        </a:spcBef>
        <a:spcAft>
          <a:spcPts val="0"/>
        </a:spcAft>
        <a:buClr>
          <a:schemeClr val="bg1"/>
        </a:buClr>
        <a:buFont typeface="Arial"/>
        <a:buChar char="•"/>
        <a:defRPr sz="2100">
          <a:solidFill>
            <a:schemeClr val="bg1"/>
          </a:solidFill>
          <a:latin typeface="+mn-lt"/>
          <a:ea typeface="+mn-ea"/>
          <a:cs typeface="+mn-cs"/>
        </a:defRPr>
      </a:lvl1pPr>
      <a:lvl2pPr marL="403622" indent="-202406" algn="l" rtl="0">
        <a:lnSpc>
          <a:spcPts val="2600"/>
        </a:lnSpc>
        <a:spcBef>
          <a:spcPts val="0"/>
        </a:spcBef>
        <a:spcAft>
          <a:spcPts val="0"/>
        </a:spcAft>
        <a:buClr>
          <a:schemeClr val="bg1"/>
        </a:buClr>
        <a:buFont typeface="Arial"/>
        <a:buChar char="•"/>
        <a:defRPr sz="2100">
          <a:solidFill>
            <a:schemeClr val="bg1"/>
          </a:solidFill>
          <a:latin typeface="+mn-lt"/>
        </a:defRPr>
      </a:lvl2pPr>
      <a:lvl3pPr marL="604838" indent="-201216" algn="l" rtl="0">
        <a:lnSpc>
          <a:spcPts val="2600"/>
        </a:lnSpc>
        <a:spcBef>
          <a:spcPts val="0"/>
        </a:spcBef>
        <a:spcAft>
          <a:spcPts val="0"/>
        </a:spcAft>
        <a:buClr>
          <a:schemeClr val="bg1"/>
        </a:buClr>
        <a:buFont typeface="Arial"/>
        <a:buChar char="•"/>
        <a:defRPr sz="2100">
          <a:solidFill>
            <a:schemeClr val="bg1"/>
          </a:solidFill>
          <a:latin typeface="+mn-lt"/>
        </a:defRPr>
      </a:lvl3pPr>
      <a:lvl4pPr marL="807244" indent="-202406" algn="l" rtl="0">
        <a:lnSpc>
          <a:spcPts val="2600"/>
        </a:lnSpc>
        <a:spcBef>
          <a:spcPts val="0"/>
        </a:spcBef>
        <a:spcAft>
          <a:spcPts val="0"/>
        </a:spcAft>
        <a:buClr>
          <a:schemeClr val="bg1"/>
        </a:buClr>
        <a:buFont typeface="Arial"/>
        <a:buChar char="•"/>
        <a:defRPr sz="2100">
          <a:solidFill>
            <a:schemeClr val="bg1"/>
          </a:solidFill>
          <a:latin typeface="+mn-lt"/>
        </a:defRPr>
      </a:lvl4pPr>
      <a:lvl5pPr marL="1008460" indent="-201216" algn="l" rtl="0">
        <a:lnSpc>
          <a:spcPts val="2600"/>
        </a:lnSpc>
        <a:spcBef>
          <a:spcPts val="0"/>
        </a:spcBef>
        <a:spcAft>
          <a:spcPts val="0"/>
        </a:spcAft>
        <a:buClr>
          <a:schemeClr val="bg1"/>
        </a:buClr>
        <a:buFont typeface="Arial"/>
        <a:buChar char="•"/>
        <a:defRPr sz="2100">
          <a:solidFill>
            <a:schemeClr val="bg1"/>
          </a:solidFill>
          <a:latin typeface="+mn-lt"/>
        </a:defRPr>
      </a:lvl5pPr>
      <a:lvl6pPr marL="18859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6pPr>
      <a:lvl7pPr marL="22288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7pPr>
      <a:lvl8pPr marL="25717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8pPr>
      <a:lvl9pPr marL="2914650" indent="-171450" algn="l" rtl="0">
        <a:spcBef>
          <a:spcPts val="0"/>
        </a:spcBef>
        <a:spcAft>
          <a:spcPts val="0"/>
        </a:spcAft>
        <a:buClr>
          <a:srgbClr val="DDDDDD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media1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media2.sv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media3.sv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1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579287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CH">
                <a:solidFill>
                  <a:srgbClr val="1FA3B7"/>
                </a:solidFill>
              </a:rPr>
              <a:t>Schnuppertag 1</a:t>
            </a:r>
            <a:endParaRPr/>
          </a:p>
        </p:txBody>
      </p:sp>
      <p:sp>
        <p:nvSpPr>
          <p:cNvPr id="734569334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Mediamatiker/-in EFZ</a:t>
            </a:r>
            <a:endParaRPr/>
          </a:p>
        </p:txBody>
      </p:sp>
      <p:pic>
        <p:nvPicPr>
          <p:cNvPr id="1024036172" name="Bildplatzhalter 5" descr="Ein Bild, das Person, Kleidung, Im Haus, Wand enthält.&#10;&#10;KI-generierte Inhalte können fehlerhaft sein."/>
          <p:cNvPicPr>
            <a:picLocks noChangeAspect="1" noGrp="1"/>
          </p:cNvPicPr>
          <p:nvPr>
            <p:ph type="pic" sz="quarter" idx="11"/>
          </p:nvPr>
        </p:nvPicPr>
        <p:blipFill rotWithShape="1">
          <a:blip r:embed="rId3"/>
          <a:srcRect l="0" t="23844" r="0" b="2384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314077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CH">
                <a:solidFill>
                  <a:srgbClr val="1FA3B7"/>
                </a:solidFill>
              </a:rPr>
              <a:t>Projektmanagement</a:t>
            </a:r>
            <a:endParaRPr/>
          </a:p>
        </p:txBody>
      </p:sp>
      <p:sp>
        <p:nvSpPr>
          <p:cNvPr id="910655506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Schön bist du da!</a:t>
            </a:r>
            <a:endParaRPr/>
          </a:p>
        </p:txBody>
      </p:sp>
      <p:pic>
        <p:nvPicPr>
          <p:cNvPr id="1380952739" name="Bildplatzhalter 5" descr="Ein Bild, das Person, Kleidung, Im Haus, Wand enthält.&#10;&#10;KI-generierte Inhalte können fehlerhaft sein."/>
          <p:cNvPicPr>
            <a:picLocks noChangeAspect="1" noGrp="1"/>
          </p:cNvPicPr>
          <p:nvPr>
            <p:ph type="pic" sz="quarter" idx="11"/>
          </p:nvPr>
        </p:nvPicPr>
        <p:blipFill rotWithShape="1">
          <a:blip r:embed="rId3"/>
          <a:srcRect l="0" t="23844" r="0" b="2384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01488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Was ist Projektmanagement</a:t>
            </a:r>
            <a:endParaRPr/>
          </a:p>
        </p:txBody>
      </p:sp>
      <p:sp>
        <p:nvSpPr>
          <p:cNvPr id="139993570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 marL="457200" indent="-457200">
              <a:lnSpc>
                <a:spcPct val="113999"/>
              </a:lnSpc>
              <a:defRPr/>
            </a:pPr>
            <a:r>
              <a:rPr lang="de-CH" sz="2000"/>
              <a:t>Das Organisieren eines Projektes</a:t>
            </a:r>
            <a:endParaRPr/>
          </a:p>
          <a:p>
            <a:pPr marL="914400" lvl="1" indent="-457200">
              <a:lnSpc>
                <a:spcPct val="113999"/>
              </a:lnSpc>
              <a:defRPr/>
            </a:pPr>
            <a:r>
              <a:rPr lang="de-CH" sz="2000"/>
              <a:t>Aufgaben erfassen</a:t>
            </a:r>
            <a:endParaRPr/>
          </a:p>
          <a:p>
            <a:pPr marL="914400" lvl="1" indent="-457200">
              <a:lnSpc>
                <a:spcPct val="113999"/>
              </a:lnSpc>
              <a:defRPr/>
            </a:pPr>
            <a:r>
              <a:rPr lang="de-CH" sz="2000"/>
              <a:t>Endprodukt definieren</a:t>
            </a:r>
            <a:endParaRPr/>
          </a:p>
          <a:p>
            <a:pPr marL="914400" lvl="1" indent="-457200">
              <a:lnSpc>
                <a:spcPct val="113999"/>
              </a:lnSpc>
              <a:defRPr/>
            </a:pPr>
            <a:r>
              <a:rPr lang="de-CH" sz="2000"/>
              <a:t>Projektdauer einschätzen </a:t>
            </a:r>
            <a:r>
              <a:rPr sz="2000"/>
              <a:t></a:t>
            </a:r>
            <a:r>
              <a:rPr lang="de-CH" sz="2000"/>
              <a:t> Zeitplan erstellen</a:t>
            </a:r>
            <a:endParaRPr lang="de-CH" sz="2000"/>
          </a:p>
          <a:p>
            <a:pPr marL="914400" lvl="1" indent="-457200">
              <a:lnSpc>
                <a:spcPct val="113999"/>
              </a:lnSpc>
              <a:defRPr/>
            </a:pPr>
            <a:r>
              <a:rPr lang="de-CH" sz="2000"/>
              <a:t>Kosten einschätzen / Budget erstellen</a:t>
            </a:r>
            <a:endParaRPr/>
          </a:p>
          <a:p>
            <a:pPr marL="914400" lvl="1" indent="-457200">
              <a:lnSpc>
                <a:spcPct val="113999"/>
              </a:lnSpc>
              <a:defRPr/>
            </a:pPr>
            <a:r>
              <a:rPr lang="de-CH" sz="2000"/>
              <a:t>Ziele setzen</a:t>
            </a:r>
            <a:endParaRPr/>
          </a:p>
        </p:txBody>
      </p:sp>
      <p:sp>
        <p:nvSpPr>
          <p:cNvPr id="1535454692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3</a:t>
            </a:fld>
            <a:endParaRPr lang="de-CH"/>
          </a:p>
        </p:txBody>
      </p:sp>
      <p:pic>
        <p:nvPicPr>
          <p:cNvPr id="427841783" name="Grafik 4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8053841" y="203201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78580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Zielgruppenanalyse</a:t>
            </a:r>
            <a:endParaRPr/>
          </a:p>
        </p:txBody>
      </p:sp>
      <p:sp>
        <p:nvSpPr>
          <p:cNvPr id="729936457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 marL="457200" indent="-457200">
              <a:lnSpc>
                <a:spcPct val="113999"/>
              </a:lnSpc>
              <a:defRPr/>
            </a:pPr>
            <a:r>
              <a:rPr lang="de-CH" sz="2000"/>
              <a:t>Wer soll mein Produkt/meine Dienstleistung kaufen?</a:t>
            </a:r>
            <a:endParaRPr/>
          </a:p>
          <a:p>
            <a:pPr marL="457200" indent="-457200">
              <a:lnSpc>
                <a:spcPct val="113999"/>
              </a:lnSpc>
              <a:defRPr/>
            </a:pPr>
            <a:r>
              <a:rPr lang="de-CH" sz="2000"/>
              <a:t>Je detaillierter die Analyse, desto genauer das Bild des Kunden</a:t>
            </a:r>
            <a:endParaRPr/>
          </a:p>
          <a:p>
            <a:pPr>
              <a:defRPr/>
            </a:pPr>
            <a:endParaRPr lang="de-CH" sz="3200"/>
          </a:p>
        </p:txBody>
      </p:sp>
      <p:sp>
        <p:nvSpPr>
          <p:cNvPr id="395134839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4</a:t>
            </a:fld>
            <a:endParaRPr lang="de-CH"/>
          </a:p>
        </p:txBody>
      </p:sp>
      <p:pic>
        <p:nvPicPr>
          <p:cNvPr id="1891940513" name="Grafik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53841" y="203201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58535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Zielgruppenanalyse</a:t>
            </a:r>
            <a:endParaRPr/>
          </a:p>
        </p:txBody>
      </p:sp>
      <p:sp>
        <p:nvSpPr>
          <p:cNvPr id="1521091118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5</a:t>
            </a:fld>
            <a:endParaRPr lang="de-CH"/>
          </a:p>
        </p:txBody>
      </p:sp>
      <p:pic>
        <p:nvPicPr>
          <p:cNvPr id="18084503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53841" y="203201"/>
            <a:ext cx="720000" cy="720000"/>
          </a:xfrm>
          <a:prstGeom prst="rect">
            <a:avLst/>
          </a:prstGeom>
        </p:spPr>
      </p:pic>
      <p:sp>
        <p:nvSpPr>
          <p:cNvPr id="1597748346" name="Inhaltsplatzhalter 2"/>
          <p:cNvSpPr txBox="1"/>
          <p:nvPr/>
        </p:nvSpPr>
        <p:spPr bwMode="auto">
          <a:xfrm>
            <a:off x="238004" y="2107891"/>
            <a:ext cx="3703516" cy="4424362"/>
          </a:xfrm>
          <a:prstGeom prst="rect">
            <a:avLst/>
          </a:prstGeom>
        </p:spPr>
        <p:txBody>
          <a:bodyPr>
            <a:noAutofit/>
          </a:bodyPr>
          <a:lstStyle>
            <a:lvl1pPr marL="201216" indent="-20121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622" indent="-20240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604838" indent="-20121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3pPr>
            <a:lvl4pPr marL="807244" indent="-20240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008460" indent="-20121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5pPr>
            <a:lvl6pPr marL="18859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2288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5717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29146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1800" b="1"/>
              <a:t>Soziodemografisch</a:t>
            </a:r>
            <a:endParaRPr lang="de-CH" b="1"/>
          </a:p>
          <a:p>
            <a:pPr>
              <a:defRPr/>
            </a:pPr>
            <a:r>
              <a:rPr lang="de-CH" sz="1600"/>
              <a:t>Alter </a:t>
            </a:r>
            <a:endParaRPr/>
          </a:p>
          <a:p>
            <a:pPr>
              <a:defRPr/>
            </a:pPr>
            <a:r>
              <a:rPr lang="de-CH" sz="1600"/>
              <a:t>Bildung</a:t>
            </a:r>
            <a:endParaRPr/>
          </a:p>
          <a:p>
            <a:pPr>
              <a:defRPr/>
            </a:pPr>
            <a:r>
              <a:rPr lang="de-CH" sz="1600"/>
              <a:t>Einkommen</a:t>
            </a:r>
            <a:endParaRPr/>
          </a:p>
          <a:p>
            <a:pPr>
              <a:defRPr/>
            </a:pPr>
            <a:r>
              <a:rPr lang="de-CH" sz="1600"/>
              <a:t>Geschlecht</a:t>
            </a:r>
            <a:endParaRPr/>
          </a:p>
          <a:p>
            <a:pPr>
              <a:defRPr/>
            </a:pPr>
            <a:r>
              <a:rPr lang="de-CH" sz="1600"/>
              <a:t>Beruf</a:t>
            </a:r>
            <a:endParaRPr/>
          </a:p>
          <a:p>
            <a:pPr>
              <a:defRPr/>
            </a:pPr>
            <a:r>
              <a:rPr lang="de-CH" sz="1600"/>
              <a:t>Nationalität</a:t>
            </a:r>
            <a:endParaRPr/>
          </a:p>
        </p:txBody>
      </p:sp>
      <p:sp>
        <p:nvSpPr>
          <p:cNvPr id="162160031" name="Inhaltsplatzhalter 2"/>
          <p:cNvSpPr txBox="1"/>
          <p:nvPr/>
        </p:nvSpPr>
        <p:spPr bwMode="auto">
          <a:xfrm>
            <a:off x="2930536" y="2107891"/>
            <a:ext cx="3080727" cy="4424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286000" indent="-4572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2000" b="1"/>
              <a:t>Psychografisch</a:t>
            </a:r>
            <a:endParaRPr/>
          </a:p>
          <a:p>
            <a:pPr>
              <a:defRPr/>
            </a:pPr>
            <a:r>
              <a:rPr lang="de-CH" sz="1600"/>
              <a:t>Lebensstil</a:t>
            </a:r>
            <a:endParaRPr/>
          </a:p>
          <a:p>
            <a:pPr>
              <a:defRPr/>
            </a:pPr>
            <a:r>
              <a:rPr lang="de-CH" sz="1600"/>
              <a:t>Persönlichkeit</a:t>
            </a:r>
            <a:endParaRPr/>
          </a:p>
          <a:p>
            <a:pPr>
              <a:defRPr/>
            </a:pPr>
            <a:r>
              <a:rPr lang="de-CH" sz="1600"/>
              <a:t>Werte</a:t>
            </a:r>
            <a:endParaRPr/>
          </a:p>
          <a:p>
            <a:pPr>
              <a:defRPr/>
            </a:pPr>
            <a:r>
              <a:rPr lang="de-CH" sz="1600"/>
              <a:t>Meinungen</a:t>
            </a:r>
            <a:endParaRPr/>
          </a:p>
          <a:p>
            <a:pPr>
              <a:defRPr/>
            </a:pPr>
            <a:r>
              <a:rPr lang="de-CH" sz="1600"/>
              <a:t>Interessen</a:t>
            </a:r>
            <a:endParaRPr/>
          </a:p>
        </p:txBody>
      </p:sp>
      <p:sp>
        <p:nvSpPr>
          <p:cNvPr id="1650753684" name="Inhaltsplatzhalter 2"/>
          <p:cNvSpPr txBox="1"/>
          <p:nvPr/>
        </p:nvSpPr>
        <p:spPr bwMode="auto">
          <a:xfrm>
            <a:off x="5169258" y="2117959"/>
            <a:ext cx="3080727" cy="4424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286000" indent="-4572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1800" b="1"/>
              <a:t>Geografisch</a:t>
            </a:r>
            <a:endParaRPr lang="de-CH" b="1"/>
          </a:p>
          <a:p>
            <a:pPr>
              <a:defRPr/>
            </a:pPr>
            <a:r>
              <a:rPr lang="de-CH" sz="1600"/>
              <a:t>Land</a:t>
            </a:r>
            <a:endParaRPr/>
          </a:p>
          <a:p>
            <a:pPr>
              <a:defRPr/>
            </a:pPr>
            <a:r>
              <a:rPr lang="de-CH" sz="1600"/>
              <a:t>Wohnort</a:t>
            </a:r>
            <a:endParaRPr/>
          </a:p>
          <a:p>
            <a:pPr>
              <a:defRPr/>
            </a:pPr>
            <a:r>
              <a:rPr lang="de-CH" sz="1600"/>
              <a:t>Region</a:t>
            </a:r>
            <a:endParaRPr/>
          </a:p>
        </p:txBody>
      </p:sp>
      <p:sp>
        <p:nvSpPr>
          <p:cNvPr id="1943755420" name="Inhaltsplatzhalter 2"/>
          <p:cNvSpPr txBox="1"/>
          <p:nvPr/>
        </p:nvSpPr>
        <p:spPr bwMode="auto">
          <a:xfrm>
            <a:off x="6743694" y="2128027"/>
            <a:ext cx="2392121" cy="1790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286000" indent="-4572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1800" b="1"/>
              <a:t>Verhaltensbezogen</a:t>
            </a:r>
            <a:endParaRPr lang="de-CH" b="1"/>
          </a:p>
          <a:p>
            <a:pPr>
              <a:defRPr/>
            </a:pPr>
            <a:r>
              <a:rPr lang="de-CH" sz="1600"/>
              <a:t>Kaufverhalten</a:t>
            </a:r>
            <a:endParaRPr/>
          </a:p>
          <a:p>
            <a:pPr>
              <a:defRPr/>
            </a:pPr>
            <a:r>
              <a:rPr lang="de-CH" sz="1600"/>
              <a:t>Medienkonsum</a:t>
            </a:r>
            <a:endParaRPr/>
          </a:p>
          <a:p>
            <a:pPr>
              <a:defRPr/>
            </a:pPr>
            <a:r>
              <a:rPr lang="de-CH" sz="1600"/>
              <a:t>Markentreue</a:t>
            </a:r>
            <a:endParaRPr/>
          </a:p>
        </p:txBody>
      </p:sp>
      <p:pic>
        <p:nvPicPr>
          <p:cNvPr id="70870339" name="Grafik 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99767" y="1017823"/>
            <a:ext cx="1080000" cy="1080000"/>
          </a:xfrm>
          <a:prstGeom prst="rect">
            <a:avLst/>
          </a:prstGeom>
        </p:spPr>
      </p:pic>
      <p:pic>
        <p:nvPicPr>
          <p:cNvPr id="1426784236" name="Grafik 1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16646" y="1017823"/>
            <a:ext cx="1080000" cy="108000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89829616" name="Grafik 1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245707" y="1027891"/>
            <a:ext cx="1080000" cy="1080000"/>
          </a:xfrm>
          <a:prstGeom prst="rect">
            <a:avLst/>
          </a:prstGeom>
        </p:spPr>
      </p:pic>
      <p:pic>
        <p:nvPicPr>
          <p:cNvPr id="1328068116" name="Grafik 13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809638" y="1037959"/>
            <a:ext cx="1080000" cy="10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153472" name="Foliennummernplatzhalter 1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6</a:t>
            </a:fld>
            <a:endParaRPr lang="de-CH"/>
          </a:p>
        </p:txBody>
      </p:sp>
      <p:pic>
        <p:nvPicPr>
          <p:cNvPr id="1620825158" name="Picture 2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816266" y="528714"/>
            <a:ext cx="5511467" cy="408607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5399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Zielgruppenanalyse</a:t>
            </a:r>
            <a:endParaRPr/>
          </a:p>
        </p:txBody>
      </p:sp>
      <p:sp>
        <p:nvSpPr>
          <p:cNvPr id="1244579237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7</a:t>
            </a:fld>
            <a:endParaRPr lang="de-CH"/>
          </a:p>
        </p:txBody>
      </p:sp>
      <p:pic>
        <p:nvPicPr>
          <p:cNvPr id="570963723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53841" y="203201"/>
            <a:ext cx="720000" cy="720000"/>
          </a:xfrm>
          <a:prstGeom prst="rect">
            <a:avLst/>
          </a:prstGeom>
        </p:spPr>
      </p:pic>
      <p:sp>
        <p:nvSpPr>
          <p:cNvPr id="726688768" name="Inhaltsplatzhalter 2"/>
          <p:cNvSpPr txBox="1"/>
          <p:nvPr/>
        </p:nvSpPr>
        <p:spPr bwMode="auto">
          <a:xfrm>
            <a:off x="474789" y="2107892"/>
            <a:ext cx="3703516" cy="4424362"/>
          </a:xfrm>
          <a:prstGeom prst="rect">
            <a:avLst/>
          </a:prstGeom>
        </p:spPr>
        <p:txBody>
          <a:bodyPr>
            <a:noAutofit/>
          </a:bodyPr>
          <a:lstStyle>
            <a:lvl1pPr marL="201216" indent="-20121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3622" indent="-20240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604838" indent="-20121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3pPr>
            <a:lvl4pPr marL="807244" indent="-20240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008460" indent="-201216" algn="l" rtl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</a:defRPr>
            </a:lvl5pPr>
            <a:lvl6pPr marL="18859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2288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5717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2914650" indent="-171450" algn="l" rtl="0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1800" b="1"/>
              <a:t>Soziodemografisch</a:t>
            </a:r>
            <a:endParaRPr lang="de-CH" b="1"/>
          </a:p>
          <a:p>
            <a:pPr>
              <a:defRPr/>
            </a:pPr>
            <a:r>
              <a:rPr lang="de-CH" sz="1600"/>
              <a:t>Alter </a:t>
            </a:r>
            <a:endParaRPr/>
          </a:p>
          <a:p>
            <a:pPr>
              <a:defRPr/>
            </a:pPr>
            <a:r>
              <a:rPr lang="de-CH" sz="1600"/>
              <a:t>Bildung</a:t>
            </a:r>
            <a:endParaRPr/>
          </a:p>
          <a:p>
            <a:pPr>
              <a:defRPr/>
            </a:pPr>
            <a:r>
              <a:rPr lang="de-CH" sz="1600"/>
              <a:t>Einkommen</a:t>
            </a:r>
            <a:endParaRPr/>
          </a:p>
          <a:p>
            <a:pPr>
              <a:defRPr/>
            </a:pPr>
            <a:r>
              <a:rPr lang="de-CH" sz="1600"/>
              <a:t>Geschlecht</a:t>
            </a:r>
            <a:endParaRPr/>
          </a:p>
          <a:p>
            <a:pPr>
              <a:defRPr/>
            </a:pPr>
            <a:r>
              <a:rPr lang="de-CH" sz="1600"/>
              <a:t>Beruf</a:t>
            </a:r>
            <a:endParaRPr/>
          </a:p>
          <a:p>
            <a:pPr>
              <a:defRPr/>
            </a:pPr>
            <a:r>
              <a:rPr lang="de-CH" sz="1600"/>
              <a:t>Nationalität</a:t>
            </a:r>
            <a:endParaRPr/>
          </a:p>
        </p:txBody>
      </p:sp>
      <p:sp>
        <p:nvSpPr>
          <p:cNvPr id="701567859" name="Inhaltsplatzhalter 2"/>
          <p:cNvSpPr txBox="1"/>
          <p:nvPr/>
        </p:nvSpPr>
        <p:spPr bwMode="auto">
          <a:xfrm>
            <a:off x="2910649" y="2107892"/>
            <a:ext cx="3080727" cy="4424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286000" indent="-4572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2000" b="1"/>
              <a:t>Psychografisch</a:t>
            </a:r>
            <a:endParaRPr/>
          </a:p>
          <a:p>
            <a:pPr>
              <a:defRPr/>
            </a:pPr>
            <a:r>
              <a:rPr lang="de-CH" sz="1600"/>
              <a:t>Lebensstil</a:t>
            </a:r>
            <a:endParaRPr/>
          </a:p>
          <a:p>
            <a:pPr>
              <a:defRPr/>
            </a:pPr>
            <a:r>
              <a:rPr lang="de-CH" sz="1600"/>
              <a:t>Persönlichkeit</a:t>
            </a:r>
            <a:endParaRPr/>
          </a:p>
          <a:p>
            <a:pPr>
              <a:defRPr/>
            </a:pPr>
            <a:r>
              <a:rPr lang="de-CH" sz="1600"/>
              <a:t>Werte</a:t>
            </a:r>
            <a:endParaRPr/>
          </a:p>
          <a:p>
            <a:pPr>
              <a:defRPr/>
            </a:pPr>
            <a:r>
              <a:rPr lang="de-CH" sz="1600"/>
              <a:t>Meinungen</a:t>
            </a:r>
            <a:endParaRPr/>
          </a:p>
          <a:p>
            <a:pPr>
              <a:defRPr/>
            </a:pPr>
            <a:r>
              <a:rPr lang="de-CH" sz="1600"/>
              <a:t>Interessen</a:t>
            </a:r>
            <a:endParaRPr/>
          </a:p>
        </p:txBody>
      </p:sp>
      <p:sp>
        <p:nvSpPr>
          <p:cNvPr id="725304936" name="Inhaltsplatzhalter 2"/>
          <p:cNvSpPr txBox="1"/>
          <p:nvPr/>
        </p:nvSpPr>
        <p:spPr bwMode="auto">
          <a:xfrm>
            <a:off x="5133328" y="2117960"/>
            <a:ext cx="3080727" cy="4424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286000" indent="-4572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1800" b="1"/>
              <a:t>Geografisch</a:t>
            </a:r>
            <a:endParaRPr lang="de-CH" b="1"/>
          </a:p>
          <a:p>
            <a:pPr>
              <a:defRPr/>
            </a:pPr>
            <a:r>
              <a:rPr lang="de-CH" sz="1600"/>
              <a:t>Land</a:t>
            </a:r>
            <a:endParaRPr/>
          </a:p>
          <a:p>
            <a:pPr>
              <a:defRPr/>
            </a:pPr>
            <a:r>
              <a:rPr lang="de-CH" sz="1600"/>
              <a:t>Wohnort</a:t>
            </a:r>
            <a:endParaRPr/>
          </a:p>
          <a:p>
            <a:pPr>
              <a:defRPr/>
            </a:pPr>
            <a:r>
              <a:rPr lang="de-CH" sz="1600"/>
              <a:t>Region</a:t>
            </a:r>
            <a:endParaRPr/>
          </a:p>
        </p:txBody>
      </p:sp>
      <p:sp>
        <p:nvSpPr>
          <p:cNvPr id="1854695944" name="Inhaltsplatzhalter 2"/>
          <p:cNvSpPr txBox="1"/>
          <p:nvPr/>
        </p:nvSpPr>
        <p:spPr bwMode="auto">
          <a:xfrm>
            <a:off x="6723807" y="2128028"/>
            <a:ext cx="2392121" cy="1790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75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286000" indent="-457200" algn="l" defTabSz="914400" rtl="0">
              <a:lnSpc>
                <a:spcPct val="90000"/>
              </a:lnSpc>
              <a:spcBef>
                <a:spcPts val="500"/>
              </a:spcBef>
              <a:buClr>
                <a:schemeClr val="bg2">
                  <a:lumMod val="90000"/>
                </a:schemeClr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CH" sz="1800" b="1"/>
              <a:t>Verhaltensbezogen</a:t>
            </a:r>
            <a:endParaRPr lang="de-CH" b="1"/>
          </a:p>
          <a:p>
            <a:pPr>
              <a:defRPr/>
            </a:pPr>
            <a:r>
              <a:rPr lang="de-CH" sz="1600"/>
              <a:t>Kaufverhalten</a:t>
            </a:r>
            <a:endParaRPr/>
          </a:p>
          <a:p>
            <a:pPr>
              <a:defRPr/>
            </a:pPr>
            <a:r>
              <a:rPr lang="de-CH" sz="1600"/>
              <a:t>Medienkonsum</a:t>
            </a:r>
            <a:endParaRPr/>
          </a:p>
          <a:p>
            <a:pPr>
              <a:defRPr/>
            </a:pPr>
            <a:r>
              <a:rPr lang="de-CH" sz="1600"/>
              <a:t>Markentreue</a:t>
            </a:r>
            <a:endParaRPr/>
          </a:p>
        </p:txBody>
      </p:sp>
      <p:pic>
        <p:nvPicPr>
          <p:cNvPr id="1516058178" name="Grafik 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79880" y="1017824"/>
            <a:ext cx="1080000" cy="1080000"/>
          </a:xfrm>
          <a:prstGeom prst="rect">
            <a:avLst/>
          </a:prstGeom>
        </p:spPr>
      </p:pic>
      <p:pic>
        <p:nvPicPr>
          <p:cNvPr id="84869397" name="Grafik 1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53431" y="1017824"/>
            <a:ext cx="1080000" cy="108000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93793314" name="Grafik 1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209778" y="1027892"/>
            <a:ext cx="1080000" cy="1080000"/>
          </a:xfrm>
          <a:prstGeom prst="rect">
            <a:avLst/>
          </a:prstGeom>
        </p:spPr>
      </p:pic>
      <p:pic>
        <p:nvPicPr>
          <p:cNvPr id="67962241" name="Grafik 13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89750" y="1037960"/>
            <a:ext cx="1080000" cy="10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94915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Persona</a:t>
            </a:r>
            <a:endParaRPr/>
          </a:p>
        </p:txBody>
      </p:sp>
      <p:sp>
        <p:nvSpPr>
          <p:cNvPr id="113803255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de-CH" sz="1600" b="1"/>
              <a:t>Geografisch</a:t>
            </a:r>
            <a:br>
              <a:rPr lang="de-CH" sz="1400"/>
            </a:br>
            <a:r>
              <a:rPr lang="de-CH" sz="1400"/>
              <a:t>Region Bern</a:t>
            </a:r>
            <a:br>
              <a:rPr lang="de-CH" sz="1400"/>
            </a:br>
            <a:r>
              <a:rPr lang="de-CH" sz="1600" b="1"/>
              <a:t>Soziodemografisch</a:t>
            </a:r>
            <a:br>
              <a:rPr lang="de-CH" sz="1400"/>
            </a:br>
            <a:r>
              <a:rPr lang="de-CH" sz="1400"/>
              <a:t>Name: Stefanie</a:t>
            </a:r>
            <a:br>
              <a:rPr lang="de-CH" sz="1400"/>
            </a:br>
            <a:r>
              <a:rPr lang="de-CH" sz="1400"/>
              <a:t>Alter: 19</a:t>
            </a:r>
            <a:br>
              <a:rPr lang="de-CH" sz="1400"/>
            </a:br>
            <a:r>
              <a:rPr lang="de-CH" sz="1400"/>
              <a:t>Geschlecht: weiblich</a:t>
            </a:r>
            <a:br>
              <a:rPr lang="de-CH" sz="1400"/>
            </a:br>
            <a:r>
              <a:rPr lang="de-CH" sz="1400"/>
              <a:t>Beruf: Lehre als Mediamatikerin</a:t>
            </a:r>
            <a:br>
              <a:rPr lang="de-CH" sz="1400"/>
            </a:br>
            <a:r>
              <a:rPr lang="de-CH" sz="1600" b="1"/>
              <a:t>Psychografisch</a:t>
            </a:r>
            <a:br>
              <a:rPr lang="de-CH" sz="1400"/>
            </a:br>
            <a:r>
              <a:rPr lang="de-CH" sz="1400"/>
              <a:t>Bedürfnis: will praktische Kopfhörer, die gute Qualität haben und stylisch aussehen.</a:t>
            </a:r>
            <a:br>
              <a:rPr lang="de-CH" sz="1400"/>
            </a:br>
            <a:r>
              <a:rPr lang="de-CH" sz="1600" b="1"/>
              <a:t>Verhalten</a:t>
            </a:r>
            <a:br>
              <a:rPr lang="de-CH" sz="1400"/>
            </a:br>
            <a:r>
              <a:rPr lang="de-CH" sz="1400"/>
              <a:t>Arbeitet im BIT und fährt täglich mit dem ÖV.</a:t>
            </a:r>
            <a:br>
              <a:rPr lang="de-CH" sz="1400"/>
            </a:br>
            <a:r>
              <a:rPr lang="de-CH" sz="1600" b="1"/>
              <a:t>Beschreibung</a:t>
            </a:r>
            <a:br>
              <a:rPr lang="de-CH" sz="1400" b="1"/>
            </a:br>
            <a:r>
              <a:rPr lang="de-CH" sz="1400"/>
              <a:t>Stefanie fährt täglich mit dem ÖV zur Arbeit oder in die Schule. Dabei möchte sie Musik hören oder Serien schauen.</a:t>
            </a:r>
            <a:br>
              <a:rPr lang="de-CH" sz="1400"/>
            </a:br>
            <a:r>
              <a:rPr lang="de-CH" sz="1400"/>
              <a:t>Sie erwartet, dass die Kopfhörer gut aussehen, praktisch sind und natürlich von guter Qualität überzeugen. </a:t>
            </a:r>
            <a:endParaRPr/>
          </a:p>
          <a:p>
            <a:pPr>
              <a:defRPr/>
            </a:pPr>
            <a:endParaRPr lang="de-DE" sz="1400"/>
          </a:p>
        </p:txBody>
      </p:sp>
      <p:sp>
        <p:nvSpPr>
          <p:cNvPr id="624065866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9</a:t>
            </a:fld>
            <a:endParaRPr lang="de-CH"/>
          </a:p>
        </p:txBody>
      </p:sp>
      <p:pic>
        <p:nvPicPr>
          <p:cNvPr id="1474349268" name="Grafik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53841" y="203201"/>
            <a:ext cx="720000" cy="720000"/>
          </a:xfrm>
          <a:prstGeom prst="rect">
            <a:avLst/>
          </a:prstGeom>
        </p:spPr>
      </p:pic>
      <p:pic>
        <p:nvPicPr>
          <p:cNvPr id="1607634719" name="Grafik 11" descr="Weibliches Profil Silhouette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5818038" y="725749"/>
            <a:ext cx="2239521" cy="2239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3027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Zeitplan</a:t>
            </a:r>
            <a:endParaRPr/>
          </a:p>
        </p:txBody>
      </p:sp>
      <p:sp>
        <p:nvSpPr>
          <p:cNvPr id="535285319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02964579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8</a:t>
            </a:fld>
            <a:endParaRPr lang="de-CH"/>
          </a:p>
        </p:txBody>
      </p:sp>
      <p:pic>
        <p:nvPicPr>
          <p:cNvPr id="1101830358" name="Inhaltsplatzhalter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95400" y="1095374"/>
            <a:ext cx="5320802" cy="3386625"/>
          </a:xfrm>
          <a:prstGeom prst="rect">
            <a:avLst/>
          </a:prstGeom>
        </p:spPr>
      </p:pic>
      <p:pic>
        <p:nvPicPr>
          <p:cNvPr id="348956322" name="Grafik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53841" y="203201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269093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CH" sz="4400">
                <a:solidFill>
                  <a:srgbClr val="1FA3B7"/>
                </a:solidFill>
              </a:rPr>
              <a:t>Auftrag Projektmanagement</a:t>
            </a:r>
            <a:endParaRPr/>
          </a:p>
        </p:txBody>
      </p:sp>
      <p:sp>
        <p:nvSpPr>
          <p:cNvPr id="736176804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Schön bist du da!</a:t>
            </a:r>
            <a:endParaRPr/>
          </a:p>
        </p:txBody>
      </p:sp>
      <p:pic>
        <p:nvPicPr>
          <p:cNvPr id="1805236858" name="Bildplatzhalter 5" descr="Ein Bild, das Person, Kleidung, Im Haus, Wand enthält.&#10;&#10;KI-generierte Inhalte können fehlerhaft sein."/>
          <p:cNvPicPr>
            <a:picLocks noChangeAspect="1" noGrp="1"/>
          </p:cNvPicPr>
          <p:nvPr>
            <p:ph type="pic" sz="quarter" idx="11"/>
          </p:nvPr>
        </p:nvPicPr>
        <p:blipFill rotWithShape="1">
          <a:blip r:embed="rId3"/>
          <a:srcRect l="0" t="23844" r="0" b="2384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36568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Auftrag Projektmanagement</a:t>
            </a:r>
            <a:endParaRPr/>
          </a:p>
        </p:txBody>
      </p:sp>
      <p:sp>
        <p:nvSpPr>
          <p:cNvPr id="1250536170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Erstelle ein Zeitplan</a:t>
            </a:r>
            <a:endParaRPr/>
          </a:p>
          <a:p>
            <a:pPr>
              <a:defRPr/>
            </a:pPr>
            <a:r>
              <a:rPr lang="de-DE"/>
              <a:t>Persona</a:t>
            </a:r>
            <a:endParaRPr/>
          </a:p>
          <a:p>
            <a:pPr>
              <a:defRPr/>
            </a:pPr>
            <a:r>
              <a:rPr lang="de-DE"/>
              <a:t>Zielgruppe erstellen 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1856267505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11</a:t>
            </a:fld>
            <a:endParaRPr lang="de-CH"/>
          </a:p>
        </p:txBody>
      </p:sp>
      <p:pic>
        <p:nvPicPr>
          <p:cNvPr id="729040789" name="Grafik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53841" y="203201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468271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CH">
                <a:solidFill>
                  <a:srgbClr val="1FA3B7"/>
                </a:solidFill>
              </a:rPr>
              <a:t>Gestaltung</a:t>
            </a:r>
            <a:endParaRPr/>
          </a:p>
        </p:txBody>
      </p:sp>
      <p:sp>
        <p:nvSpPr>
          <p:cNvPr id="275444130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Schön bist du da!</a:t>
            </a:r>
            <a:endParaRPr/>
          </a:p>
        </p:txBody>
      </p:sp>
      <p:pic>
        <p:nvPicPr>
          <p:cNvPr id="621781000" name="Bildplatzhalter 5" descr="Ein Bild, das Person, Kleidung, Im Haus, Wand enthält.&#10;&#10;KI-generierte Inhalte können fehlerhaft sein."/>
          <p:cNvPicPr>
            <a:picLocks noChangeAspect="1" noGrp="1"/>
          </p:cNvPicPr>
          <p:nvPr>
            <p:ph type="pic" sz="quarter" idx="11"/>
          </p:nvPr>
        </p:nvPicPr>
        <p:blipFill rotWithShape="1">
          <a:blip r:embed="rId3"/>
          <a:srcRect l="0" t="23844" r="0" b="2384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34794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Was ist Branding?</a:t>
            </a:r>
            <a:endParaRPr/>
          </a:p>
        </p:txBody>
      </p:sp>
      <p:sp>
        <p:nvSpPr>
          <p:cNvPr id="1866662371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 marL="457200" indent="-457200">
              <a:lnSpc>
                <a:spcPct val="113999"/>
              </a:lnSpc>
              <a:defRPr/>
            </a:pPr>
            <a:r>
              <a:rPr lang="de-CH" sz="2000"/>
              <a:t>Grundüberlegung: Wofür soll die Marke stehen?</a:t>
            </a:r>
            <a:endParaRPr/>
          </a:p>
          <a:p>
            <a:pPr marL="457200" indent="-457200">
              <a:lnSpc>
                <a:spcPct val="113999"/>
              </a:lnSpc>
              <a:defRPr/>
            </a:pPr>
            <a:r>
              <a:rPr lang="de-CH" sz="2000"/>
              <a:t>Marke soll sich von Konkurrenz abheben</a:t>
            </a:r>
            <a:endParaRPr/>
          </a:p>
          <a:p>
            <a:pPr marL="457200" indent="-457200">
              <a:lnSpc>
                <a:spcPct val="113999"/>
              </a:lnSpc>
              <a:defRPr/>
            </a:pPr>
            <a:endParaRPr lang="de-CH" sz="2000"/>
          </a:p>
          <a:p>
            <a:pPr marL="457200" indent="-457200">
              <a:lnSpc>
                <a:spcPct val="113999"/>
              </a:lnSpc>
              <a:defRPr/>
            </a:pPr>
            <a:r>
              <a:rPr lang="de-CH" sz="2000"/>
              <a:t>Verbunden damit: Logodesign</a:t>
            </a:r>
            <a:endParaRPr/>
          </a:p>
          <a:p>
            <a:pPr marL="914400" lvl="1" indent="-457200">
              <a:lnSpc>
                <a:spcPct val="113999"/>
              </a:lnSpc>
              <a:defRPr/>
            </a:pPr>
            <a:r>
              <a:rPr lang="de-CH" sz="2000"/>
              <a:t>«Gutes Logo»:</a:t>
            </a:r>
            <a:endParaRPr/>
          </a:p>
          <a:p>
            <a:pPr lvl="4">
              <a:lnSpc>
                <a:spcPct val="113999"/>
              </a:lnSpc>
              <a:defRPr/>
            </a:pPr>
            <a:r>
              <a:rPr lang="de-CH" sz="2000"/>
              <a:t>Simpel</a:t>
            </a:r>
            <a:endParaRPr/>
          </a:p>
          <a:p>
            <a:pPr lvl="4">
              <a:lnSpc>
                <a:spcPct val="113999"/>
              </a:lnSpc>
              <a:defRPr/>
            </a:pPr>
            <a:r>
              <a:rPr lang="de-CH" sz="2000"/>
              <a:t>Hohe Wiedererkennbarkeit</a:t>
            </a:r>
            <a:endParaRPr/>
          </a:p>
          <a:p>
            <a:pPr lvl="4">
              <a:lnSpc>
                <a:spcPct val="113999"/>
              </a:lnSpc>
              <a:defRPr/>
            </a:pPr>
            <a:r>
              <a:rPr lang="de-CH" sz="2000"/>
              <a:t>Zur Marke passend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443373031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13</a:t>
            </a:fld>
            <a:endParaRPr lang="de-CH"/>
          </a:p>
        </p:txBody>
      </p:sp>
      <p:pic>
        <p:nvPicPr>
          <p:cNvPr id="2087181420" name="Inhaltsplatzhalter 6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05850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Wie entsteht ein Logo?</a:t>
            </a:r>
            <a:endParaRPr/>
          </a:p>
        </p:txBody>
      </p:sp>
      <p:sp>
        <p:nvSpPr>
          <p:cNvPr id="785489663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 marL="914400" lvl="1" indent="-457200">
              <a:lnSpc>
                <a:spcPct val="113999"/>
              </a:lnSpc>
              <a:buAutoNum type="arabicPeriod"/>
              <a:defRPr/>
            </a:pPr>
            <a:r>
              <a:rPr lang="de-CH" sz="2000"/>
              <a:t>Wofür steht die Marke? Was soll beim Konsumenten ausgelöst werden?</a:t>
            </a:r>
            <a:endParaRPr/>
          </a:p>
          <a:p>
            <a:pPr marL="914400" lvl="1" indent="-457200">
              <a:lnSpc>
                <a:spcPct val="113999"/>
              </a:lnSpc>
              <a:buAutoNum type="arabicPeriod"/>
              <a:defRPr/>
            </a:pPr>
            <a:r>
              <a:rPr lang="de-CH" sz="2000"/>
              <a:t>Inspiration finden -&gt; z.B. durch Moodboard (Logos von anderen Marken, Farbkombinationen, Schriften…)</a:t>
            </a:r>
            <a:endParaRPr/>
          </a:p>
          <a:p>
            <a:pPr marL="914400" lvl="1" indent="-457200">
              <a:lnSpc>
                <a:spcPct val="113999"/>
              </a:lnSpc>
              <a:buAutoNum type="arabicPeriod"/>
              <a:defRPr/>
            </a:pPr>
            <a:r>
              <a:rPr lang="de-CH" sz="2000"/>
              <a:t>Brainstorming: handschriftliche Skizzen</a:t>
            </a:r>
            <a:endParaRPr/>
          </a:p>
          <a:p>
            <a:pPr marL="1257300" lvl="2" indent="-342900">
              <a:lnSpc>
                <a:spcPct val="113999"/>
              </a:lnSpc>
              <a:defRPr/>
            </a:pPr>
            <a:r>
              <a:rPr lang="de-CH" sz="2000"/>
              <a:t>Auch «schlechte» Varianten sind wichtig!</a:t>
            </a:r>
            <a:endParaRPr/>
          </a:p>
          <a:p>
            <a:pPr marL="1257300" lvl="2" indent="-342900">
              <a:lnSpc>
                <a:spcPct val="113999"/>
              </a:lnSpc>
              <a:defRPr/>
            </a:pPr>
            <a:r>
              <a:rPr lang="de-CH" sz="2000"/>
              <a:t>Welche Variante widerspiegelt Werte am besten?</a:t>
            </a:r>
            <a:endParaRPr/>
          </a:p>
          <a:p>
            <a:pPr marL="914400" lvl="1" indent="-457200">
              <a:lnSpc>
                <a:spcPct val="113999"/>
              </a:lnSpc>
              <a:buAutoNum type="arabicPeriod"/>
              <a:defRPr/>
            </a:pPr>
            <a:r>
              <a:rPr lang="de-CH" sz="2000"/>
              <a:t>Digitale Umsetzung</a:t>
            </a:r>
            <a:endParaRPr/>
          </a:p>
          <a:p>
            <a:pPr marL="457200" indent="-457200">
              <a:lnSpc>
                <a:spcPct val="113999"/>
              </a:lnSpc>
              <a:defRPr/>
            </a:pPr>
            <a:endParaRPr lang="de-CH"/>
          </a:p>
          <a:p>
            <a:pPr>
              <a:defRPr/>
            </a:pPr>
            <a:endParaRPr lang="de-DE"/>
          </a:p>
        </p:txBody>
      </p:sp>
      <p:sp>
        <p:nvSpPr>
          <p:cNvPr id="85801700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14</a:t>
            </a:fld>
            <a:endParaRPr lang="de-CH"/>
          </a:p>
        </p:txBody>
      </p:sp>
      <p:pic>
        <p:nvPicPr>
          <p:cNvPr id="1698622690" name="Inhaltsplatzhalter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9121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Logo-Arten</a:t>
            </a:r>
            <a:endParaRPr/>
          </a:p>
        </p:txBody>
      </p:sp>
      <p:sp>
        <p:nvSpPr>
          <p:cNvPr id="935881670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77191103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15</a:t>
            </a:fld>
            <a:endParaRPr lang="de-CH"/>
          </a:p>
        </p:txBody>
      </p:sp>
      <p:pic>
        <p:nvPicPr>
          <p:cNvPr id="855690076" name="Picture 16" descr="Handschrift als Markenzeichen"/>
          <p:cNvPicPr>
            <a:picLocks noChangeAspect="1" noChangeArrowheads="1"/>
          </p:cNvPicPr>
          <p:nvPr/>
        </p:nvPicPr>
        <p:blipFill rotWithShape="1">
          <a:blip r:embed="rId3"/>
          <a:srcRect l="7303" t="-5955" r="-7301" b="5953"/>
          <a:stretch/>
        </p:blipFill>
        <p:spPr bwMode="auto">
          <a:xfrm>
            <a:off x="2749903" y="1238798"/>
            <a:ext cx="2462213" cy="1384995"/>
          </a:xfrm>
          <a:prstGeom prst="rect">
            <a:avLst/>
          </a:prstGeom>
          <a:noFill/>
        </p:spPr>
      </p:pic>
      <p:sp>
        <p:nvSpPr>
          <p:cNvPr id="1466355632" name="Textfeld 5"/>
          <p:cNvSpPr txBox="1"/>
          <p:nvPr/>
        </p:nvSpPr>
        <p:spPr bwMode="auto">
          <a:xfrm>
            <a:off x="992756" y="2663130"/>
            <a:ext cx="18673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de-CH" sz="2000">
                <a:latin typeface="Arial"/>
                <a:cs typeface="Arial"/>
              </a:rPr>
              <a:t>Bildmarke</a:t>
            </a:r>
            <a:endParaRPr/>
          </a:p>
          <a:p>
            <a:pPr algn="ctr">
              <a:defRPr/>
            </a:pPr>
            <a:r>
              <a:rPr lang="de-CH" sz="1600">
                <a:latin typeface="Arial"/>
                <a:cs typeface="Arial"/>
              </a:rPr>
              <a:t>grafikbasiert,</a:t>
            </a:r>
            <a:endParaRPr/>
          </a:p>
          <a:p>
            <a:pPr algn="ctr">
              <a:defRPr/>
            </a:pPr>
            <a:r>
              <a:rPr lang="de-CH" sz="1600">
                <a:latin typeface="Arial"/>
                <a:cs typeface="Arial"/>
              </a:rPr>
              <a:t>symbolisch, vermittelt Emotionen</a:t>
            </a:r>
            <a:endParaRPr/>
          </a:p>
        </p:txBody>
      </p:sp>
      <p:sp>
        <p:nvSpPr>
          <p:cNvPr id="329217279" name="Textfeld 6"/>
          <p:cNvSpPr txBox="1"/>
          <p:nvPr/>
        </p:nvSpPr>
        <p:spPr bwMode="auto">
          <a:xfrm>
            <a:off x="2845067" y="2710255"/>
            <a:ext cx="186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de-CH" sz="2000">
                <a:latin typeface="Arial"/>
                <a:cs typeface="Arial"/>
              </a:rPr>
              <a:t>Wortmarke</a:t>
            </a:r>
            <a:endParaRPr/>
          </a:p>
          <a:p>
            <a:pPr algn="ctr">
              <a:defRPr/>
            </a:pPr>
            <a:r>
              <a:rPr lang="de-CH" sz="1600">
                <a:latin typeface="Arial"/>
                <a:cs typeface="Arial"/>
              </a:rPr>
              <a:t>schriftbasiert</a:t>
            </a:r>
            <a:endParaRPr/>
          </a:p>
        </p:txBody>
      </p:sp>
      <p:sp>
        <p:nvSpPr>
          <p:cNvPr id="2114162193" name="Textfeld 7"/>
          <p:cNvSpPr txBox="1"/>
          <p:nvPr/>
        </p:nvSpPr>
        <p:spPr bwMode="auto">
          <a:xfrm>
            <a:off x="4930390" y="2703672"/>
            <a:ext cx="1867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de-CH" sz="2000">
                <a:latin typeface="Arial"/>
                <a:cs typeface="Arial"/>
              </a:rPr>
              <a:t>Wort-Bild-Marke</a:t>
            </a:r>
            <a:endParaRPr/>
          </a:p>
          <a:p>
            <a:pPr algn="ctr">
              <a:defRPr/>
            </a:pPr>
            <a:r>
              <a:rPr lang="de-CH" sz="1600">
                <a:latin typeface="Arial"/>
                <a:cs typeface="Arial"/>
              </a:rPr>
              <a:t>Kombination</a:t>
            </a:r>
            <a:endParaRPr/>
          </a:p>
          <a:p>
            <a:pPr algn="ctr">
              <a:defRPr/>
            </a:pPr>
            <a:r>
              <a:rPr lang="de-CH" sz="1600">
                <a:latin typeface="Arial"/>
                <a:cs typeface="Arial"/>
              </a:rPr>
              <a:t>aus beidem</a:t>
            </a:r>
            <a:endParaRPr/>
          </a:p>
        </p:txBody>
      </p:sp>
      <p:sp>
        <p:nvSpPr>
          <p:cNvPr id="1137847990" name="Textfeld 8"/>
          <p:cNvSpPr txBox="1"/>
          <p:nvPr/>
        </p:nvSpPr>
        <p:spPr bwMode="auto">
          <a:xfrm>
            <a:off x="6658608" y="2710255"/>
            <a:ext cx="211523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de-CH" sz="2000">
                <a:latin typeface="Arial"/>
                <a:cs typeface="Arial"/>
              </a:rPr>
              <a:t>Lettermarke</a:t>
            </a:r>
            <a:endParaRPr lang="de-CH" sz="2000">
              <a:latin typeface="Arial"/>
              <a:cs typeface="Arial"/>
            </a:endParaRPr>
          </a:p>
          <a:p>
            <a:pPr algn="ctr">
              <a:defRPr/>
            </a:pPr>
            <a:r>
              <a:rPr lang="de-CH" sz="1600">
                <a:latin typeface="Arial"/>
                <a:cs typeface="Arial"/>
              </a:rPr>
              <a:t>Schriftbasiert, aber nur Initialen eines Unternehmens</a:t>
            </a:r>
            <a:endParaRPr/>
          </a:p>
        </p:txBody>
      </p:sp>
      <p:pic>
        <p:nvPicPr>
          <p:cNvPr id="788451205" name="Picture 18" descr="CNN Logo | Logo, zeichen, emblem, symbol. Geschichte und Bedeutung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6658608" y="1316155"/>
            <a:ext cx="1980700" cy="1114144"/>
          </a:xfrm>
          <a:prstGeom prst="rect">
            <a:avLst/>
          </a:prstGeom>
          <a:noFill/>
        </p:spPr>
      </p:pic>
      <p:pic>
        <p:nvPicPr>
          <p:cNvPr id="1552835551" name="Picture 2"/>
          <p:cNvPicPr>
            <a:picLocks noChangeAspect="1" noChangeArrowheads="1"/>
          </p:cNvPicPr>
          <p:nvPr/>
        </p:nvPicPr>
        <p:blipFill rotWithShape="1">
          <a:blip r:embed="rId5"/>
          <a:srcRect l="5576" t="4836" r="2352" b="4236"/>
          <a:stretch/>
        </p:blipFill>
        <p:spPr bwMode="auto">
          <a:xfrm>
            <a:off x="1333069" y="1318992"/>
            <a:ext cx="1209714" cy="1194681"/>
          </a:xfrm>
          <a:prstGeom prst="rect">
            <a:avLst/>
          </a:prstGeom>
          <a:noFill/>
        </p:spPr>
      </p:pic>
      <p:pic>
        <p:nvPicPr>
          <p:cNvPr id="842110848" name="Picture 4" descr="Burger King – Wikipedi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5233270" y="1275220"/>
            <a:ext cx="1221062" cy="1331060"/>
          </a:xfrm>
          <a:prstGeom prst="rect">
            <a:avLst/>
          </a:prstGeom>
          <a:noFill/>
        </p:spPr>
      </p:pic>
      <p:pic>
        <p:nvPicPr>
          <p:cNvPr id="324891580" name="Inhaltsplatzhalter 6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61230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Slogan</a:t>
            </a:r>
            <a:endParaRPr/>
          </a:p>
        </p:txBody>
      </p:sp>
      <p:sp>
        <p:nvSpPr>
          <p:cNvPr id="905183259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59116178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16</a:t>
            </a:fld>
            <a:endParaRPr lang="de-CH"/>
          </a:p>
        </p:txBody>
      </p:sp>
      <p:pic>
        <p:nvPicPr>
          <p:cNvPr id="160754859" name="Grafik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80139" y="1933599"/>
            <a:ext cx="3200380" cy="1680200"/>
          </a:xfrm>
          <a:prstGeom prst="rect">
            <a:avLst/>
          </a:prstGeom>
        </p:spPr>
      </p:pic>
      <p:pic>
        <p:nvPicPr>
          <p:cNvPr id="1880998205" name="Grafik 5"/>
          <p:cNvPicPr>
            <a:picLocks noChangeAspect="1"/>
          </p:cNvPicPr>
          <p:nvPr/>
        </p:nvPicPr>
        <p:blipFill rotWithShape="1">
          <a:blip r:embed="rId4"/>
          <a:srcRect l="3273" t="27756" r="4206" b="0"/>
          <a:stretch/>
        </p:blipFill>
        <p:spPr bwMode="auto">
          <a:xfrm>
            <a:off x="3923001" y="1848550"/>
            <a:ext cx="1669884" cy="1846758"/>
          </a:xfrm>
          <a:prstGeom prst="rect">
            <a:avLst/>
          </a:prstGeom>
        </p:spPr>
      </p:pic>
      <p:pic>
        <p:nvPicPr>
          <p:cNvPr id="1480981706" name="Picture 2" descr="How killer inspired Nike slogan"/>
          <p:cNvPicPr>
            <a:picLocks noChangeAspect="1" noChangeArrowheads="1"/>
          </p:cNvPicPr>
          <p:nvPr/>
        </p:nvPicPr>
        <p:blipFill rotWithShape="1">
          <a:blip r:embed="rId5"/>
          <a:stretch/>
        </p:blipFill>
        <p:spPr bwMode="auto">
          <a:xfrm>
            <a:off x="1295400" y="2193810"/>
            <a:ext cx="2437805" cy="1371265"/>
          </a:xfrm>
          <a:prstGeom prst="rect">
            <a:avLst/>
          </a:prstGeom>
          <a:noFill/>
        </p:spPr>
      </p:pic>
      <p:pic>
        <p:nvPicPr>
          <p:cNvPr id="1542591428" name="Inhaltsplatzhalter 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27708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Plakate</a:t>
            </a:r>
            <a:endParaRPr/>
          </a:p>
        </p:txBody>
      </p:sp>
      <p:sp>
        <p:nvSpPr>
          <p:cNvPr id="2046844889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CH" sz="2400"/>
              <a:t>Informationen priorisieren</a:t>
            </a:r>
            <a:endParaRPr/>
          </a:p>
          <a:p>
            <a:pPr>
              <a:defRPr/>
            </a:pPr>
            <a:r>
              <a:rPr lang="de-CH" sz="2400"/>
              <a:t>Bilder, Grafiken, Texte</a:t>
            </a:r>
            <a:endParaRPr/>
          </a:p>
          <a:p>
            <a:pPr>
              <a:defRPr/>
            </a:pPr>
            <a:r>
              <a:rPr lang="de-CH" sz="2400"/>
              <a:t>Marke und Produkt sind ersichtlich</a:t>
            </a:r>
            <a:endParaRPr/>
          </a:p>
          <a:p>
            <a:pPr>
              <a:defRPr/>
            </a:pPr>
            <a:r>
              <a:rPr lang="de-CH" sz="2400"/>
              <a:t>Evtl. Slogan oder Werbetext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1740236050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17</a:t>
            </a:fld>
            <a:endParaRPr lang="de-CH"/>
          </a:p>
        </p:txBody>
      </p:sp>
      <p:pic>
        <p:nvPicPr>
          <p:cNvPr id="642719616" name="Inhaltsplatzhalter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2932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Plakate</a:t>
            </a:r>
            <a:endParaRPr/>
          </a:p>
        </p:txBody>
      </p:sp>
      <p:sp>
        <p:nvSpPr>
          <p:cNvPr id="919375102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18</a:t>
            </a:fld>
            <a:endParaRPr lang="de-CH"/>
          </a:p>
        </p:txBody>
      </p:sp>
      <p:pic>
        <p:nvPicPr>
          <p:cNvPr id="229245407" name="Inhaltsplatzhalter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  <p:sp>
        <p:nvSpPr>
          <p:cNvPr id="1514627128" name="Inhaltsplatzhalter 6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pic>
        <p:nvPicPr>
          <p:cNvPr id="1652303744" name="Grafik 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79061" y="1409315"/>
            <a:ext cx="2306022" cy="3066519"/>
          </a:xfrm>
          <a:prstGeom prst="rect">
            <a:avLst/>
          </a:prstGeom>
        </p:spPr>
      </p:pic>
      <p:pic>
        <p:nvPicPr>
          <p:cNvPr id="6489642" name="Grafik 11"/>
          <p:cNvPicPr>
            <a:picLocks noChangeAspect="1"/>
          </p:cNvPicPr>
          <p:nvPr/>
        </p:nvPicPr>
        <p:blipFill rotWithShape="1">
          <a:blip r:embed="rId5"/>
          <a:srcRect l="50532" t="0" r="-1" b="0"/>
          <a:stretch/>
        </p:blipFill>
        <p:spPr bwMode="auto">
          <a:xfrm>
            <a:off x="1295400" y="1409315"/>
            <a:ext cx="2077252" cy="3066519"/>
          </a:xfrm>
          <a:prstGeom prst="rect">
            <a:avLst/>
          </a:prstGeom>
        </p:spPr>
      </p:pic>
      <p:pic>
        <p:nvPicPr>
          <p:cNvPr id="373638735" name="Picture 2" descr="30 Ideen für Poster-Designs, um Aufmerksamkeit zu erregen - 99designs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6091492" y="1409314"/>
            <a:ext cx="2081967" cy="306651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630625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CH">
                <a:solidFill>
                  <a:srgbClr val="1FA3B7"/>
                </a:solidFill>
              </a:rPr>
              <a:t>Auftrag Gestaltung</a:t>
            </a:r>
            <a:endParaRPr/>
          </a:p>
        </p:txBody>
      </p:sp>
      <p:sp>
        <p:nvSpPr>
          <p:cNvPr id="724426854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Schön bist du da!</a:t>
            </a:r>
            <a:endParaRPr/>
          </a:p>
        </p:txBody>
      </p:sp>
      <p:pic>
        <p:nvPicPr>
          <p:cNvPr id="1610737788" name="Bildplatzhalter 5" descr="Ein Bild, das Person, Kleidung, Im Haus, Wand enthält.&#10;&#10;KI-generierte Inhalte können fehlerhaft sein."/>
          <p:cNvPicPr>
            <a:picLocks noChangeAspect="1" noGrp="1"/>
          </p:cNvPicPr>
          <p:nvPr>
            <p:ph type="pic" sz="quarter" idx="11"/>
          </p:nvPr>
        </p:nvPicPr>
        <p:blipFill rotWithShape="1">
          <a:blip r:embed="rId3"/>
          <a:srcRect l="0" t="23844" r="0" b="2384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39585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Auftrag Gestaltung</a:t>
            </a:r>
            <a:endParaRPr/>
          </a:p>
        </p:txBody>
      </p:sp>
      <p:sp>
        <p:nvSpPr>
          <p:cNvPr id="2072674570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de-CH" b="0" i="1"/>
              <a:t>"</a:t>
            </a:r>
            <a:r>
              <a:rPr lang="de-CH" b="0" i="1"/>
              <a:t>Nutrinize</a:t>
            </a:r>
            <a:r>
              <a:rPr lang="de-CH" b="0" i="1"/>
              <a:t>" ist ein Start-Up, welches primär Schokoladenriegel verkauft. Die gesunden Riegel enthalten viele Vitamine, Mineralstoffe und nur wenig Zucker. Eine spezielle Formel verbessert ausserdem die Ausdauer im Leistungssport. Die Zielgruppen, welche </a:t>
            </a:r>
            <a:r>
              <a:rPr lang="de-CH" b="0" i="1"/>
              <a:t>Nutrinize</a:t>
            </a:r>
            <a:r>
              <a:rPr lang="de-CH" b="0" i="1"/>
              <a:t> ansprechen will, sind Sportler und junge Menschen. Mit </a:t>
            </a:r>
            <a:r>
              <a:rPr lang="de-CH" b="0" i="1"/>
              <a:t>Nutrinize</a:t>
            </a:r>
            <a:r>
              <a:rPr lang="de-CH" b="0" i="1"/>
              <a:t> wird ihnen eine gesunde alternative zur herkömmlichen Schokolade geboten.</a:t>
            </a:r>
            <a:endParaRPr lang="de-CH" i="1"/>
          </a:p>
          <a:p>
            <a:pPr>
              <a:defRPr/>
            </a:pPr>
            <a:endParaRPr lang="de-DE"/>
          </a:p>
        </p:txBody>
      </p:sp>
      <p:sp>
        <p:nvSpPr>
          <p:cNvPr id="501370418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20</a:t>
            </a:fld>
            <a:endParaRPr lang="de-CH"/>
          </a:p>
        </p:txBody>
      </p:sp>
      <p:pic>
        <p:nvPicPr>
          <p:cNvPr id="323722386" name="Inhaltsplatzhalter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3453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rgbClr val="1FA3B7"/>
                </a:solidFill>
              </a:rPr>
              <a:t>Auftrag Gestaltung</a:t>
            </a:r>
            <a:endParaRPr/>
          </a:p>
        </p:txBody>
      </p:sp>
      <p:sp>
        <p:nvSpPr>
          <p:cNvPr id="177544700" name="Inhaltsplatzhalter 2"/>
          <p:cNvSpPr>
            <a:spLocks noGrp="1"/>
          </p:cNvSpPr>
          <p:nvPr>
            <p:ph sz="quarter" idx="10"/>
          </p:nvPr>
        </p:nvSpPr>
        <p:spPr bwMode="auto"/>
        <p:txBody>
          <a:bodyPr/>
          <a:lstStyle/>
          <a:p>
            <a:pPr algn="l">
              <a:buFont typeface="Arial"/>
              <a:buChar char="•"/>
              <a:defRPr/>
            </a:pPr>
            <a:r>
              <a:rPr lang="de-CH" b="0" i="0"/>
              <a:t>Ein Logo mit passendem Slogan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de-CH" b="0" i="0"/>
              <a:t>Ein Plakat, welches die Riegel bewerben soll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de-CH" b="0" i="0"/>
              <a:t>Verkaufspräsentation für Logo, Slogan und Plakat</a:t>
            </a:r>
            <a:endParaRPr/>
          </a:p>
        </p:txBody>
      </p:sp>
      <p:sp>
        <p:nvSpPr>
          <p:cNvPr id="1065143512" name="Foliennummernplatzhalt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D21FFDD-132D-4B5B-AD6B-BCC06A41D268}" type="slidenum">
              <a:rPr lang="de-CH"/>
              <a:t>21</a:t>
            </a:fld>
            <a:endParaRPr lang="de-CH"/>
          </a:p>
        </p:txBody>
      </p:sp>
      <p:pic>
        <p:nvPicPr>
          <p:cNvPr id="658847198" name="Inhaltsplatzhalter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61625" y="203201"/>
            <a:ext cx="723600" cy="7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03548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CH">
                <a:solidFill>
                  <a:srgbClr val="1FA3B7"/>
                </a:solidFill>
              </a:rPr>
              <a:t>Fragen?</a:t>
            </a:r>
            <a:endParaRPr/>
          </a:p>
        </p:txBody>
      </p:sp>
      <p:sp>
        <p:nvSpPr>
          <p:cNvPr id="1298074249" name="Textplatzhalt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CH"/>
              <a:t>Schön bist du da!</a:t>
            </a:r>
            <a:endParaRPr/>
          </a:p>
        </p:txBody>
      </p:sp>
      <p:pic>
        <p:nvPicPr>
          <p:cNvPr id="1138902513" name="Bildplatzhalter 5" descr="Ein Bild, das Person, Kleidung, Im Haus, Wand enthält.&#10;&#10;KI-generierte Inhalte können fehlerhaft sein."/>
          <p:cNvPicPr>
            <a:picLocks noChangeAspect="1" noGrp="1"/>
          </p:cNvPicPr>
          <p:nvPr>
            <p:ph type="pic" sz="quarter" idx="11"/>
          </p:nvPr>
        </p:nvPicPr>
        <p:blipFill rotWithShape="1">
          <a:blip r:embed="rId3"/>
          <a:srcRect l="0" t="23844" r="0" b="2384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D Bund BIT Master DE">
  <a:themeElements>
    <a:clrScheme name="BIT Master">
      <a:dk1>
        <a:srgbClr val="000000"/>
      </a:dk1>
      <a:lt1>
        <a:sysClr val="window" lastClr="FFFFFF"/>
      </a:lt1>
      <a:dk2>
        <a:srgbClr val="10314D"/>
      </a:dk2>
      <a:lt2>
        <a:srgbClr val="FFFFFF"/>
      </a:lt2>
      <a:accent1>
        <a:srgbClr val="3366CC"/>
      </a:accent1>
      <a:accent2>
        <a:srgbClr val="58585A"/>
      </a:accent2>
      <a:accent3>
        <a:srgbClr val="1FA3B7"/>
      </a:accent3>
      <a:accent4>
        <a:srgbClr val="10314D"/>
      </a:accent4>
      <a:accent5>
        <a:srgbClr val="ED6B64"/>
      </a:accent5>
      <a:accent6>
        <a:srgbClr val="FFCA5F"/>
      </a:accent6>
      <a:hlink>
        <a:srgbClr val="3366CC"/>
      </a:hlink>
      <a:folHlink>
        <a:srgbClr val="3366CC"/>
      </a:folHlink>
    </a:clrScheme>
    <a:fontScheme name="CDBUND-Master-v3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prstGeom prst="rect">
          <a:avLst/>
        </a:prstGeom>
        <a:noFill/>
      </a:spPr>
      <a:bodyPr/>
      <a:lstStyle/>
    </a:txDef>
  </a:objectDefaults>
  <a:extraClrSchemeLst>
    <a:extraClrScheme>
      <a:clrScheme name="CDBUND-Master-v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3">
        <a:dk1>
          <a:srgbClr val="000000"/>
        </a:dk1>
        <a:lt1>
          <a:srgbClr val="FFFFFF"/>
        </a:lt1>
        <a:dk2>
          <a:srgbClr val="44546A"/>
        </a:dk2>
        <a:lt2>
          <a:srgbClr val="E6E6E6"/>
        </a:lt2>
        <a:accent1>
          <a:srgbClr val="05A8AF"/>
        </a:accent1>
        <a:accent2>
          <a:srgbClr val="294171"/>
        </a:accent2>
        <a:accent3>
          <a:srgbClr val="F1E21A"/>
        </a:accent3>
        <a:accent4>
          <a:srgbClr val="E1AE3A"/>
        </a:accent4>
        <a:accent5>
          <a:srgbClr val="BB006A"/>
        </a:accent5>
        <a:accent6>
          <a:srgbClr val="939393"/>
        </a:accent6>
        <a:hlink>
          <a:srgbClr val="0563C1"/>
        </a:hlink>
        <a:folHlink>
          <a:srgbClr val="0563C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CDBUND-BIT-Master Türkis">
  <a:themeElements>
    <a:clrScheme name="BIT Master">
      <a:dk1>
        <a:srgbClr val="000000"/>
      </a:dk1>
      <a:lt1>
        <a:sysClr val="window" lastClr="FFFFFF"/>
      </a:lt1>
      <a:dk2>
        <a:srgbClr val="10314D"/>
      </a:dk2>
      <a:lt2>
        <a:srgbClr val="FFFFFF"/>
      </a:lt2>
      <a:accent1>
        <a:srgbClr val="3366CC"/>
      </a:accent1>
      <a:accent2>
        <a:srgbClr val="58585A"/>
      </a:accent2>
      <a:accent3>
        <a:srgbClr val="1FA3B7"/>
      </a:accent3>
      <a:accent4>
        <a:srgbClr val="10314D"/>
      </a:accent4>
      <a:accent5>
        <a:srgbClr val="ED6B64"/>
      </a:accent5>
      <a:accent6>
        <a:srgbClr val="FFCA5F"/>
      </a:accent6>
      <a:hlink>
        <a:srgbClr val="3366CC"/>
      </a:hlink>
      <a:folHlink>
        <a:srgbClr val="3366CC"/>
      </a:folHlink>
    </a:clrScheme>
    <a:fontScheme name="CDBUND-Master-v3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prstGeom prst="rect">
          <a:avLst/>
        </a:prstGeom>
        <a:noFill/>
      </a:spPr>
      <a:bodyPr/>
      <a:lstStyle/>
    </a:txDef>
  </a:objectDefaults>
  <a:extraClrSchemeLst>
    <a:extraClrScheme>
      <a:clrScheme name="CDBUND-Master-v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UND-Master-v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BUND-Master-v3 13">
        <a:dk1>
          <a:srgbClr val="000000"/>
        </a:dk1>
        <a:lt1>
          <a:srgbClr val="FFFFFF"/>
        </a:lt1>
        <a:dk2>
          <a:srgbClr val="44546A"/>
        </a:dk2>
        <a:lt2>
          <a:srgbClr val="E6E6E6"/>
        </a:lt2>
        <a:accent1>
          <a:srgbClr val="05A8AF"/>
        </a:accent1>
        <a:accent2>
          <a:srgbClr val="294171"/>
        </a:accent2>
        <a:accent3>
          <a:srgbClr val="F1E21A"/>
        </a:accent3>
        <a:accent4>
          <a:srgbClr val="E1AE3A"/>
        </a:accent4>
        <a:accent5>
          <a:srgbClr val="BB006A"/>
        </a:accent5>
        <a:accent6>
          <a:srgbClr val="939393"/>
        </a:accent6>
        <a:hlink>
          <a:srgbClr val="0563C1"/>
        </a:hlink>
        <a:folHlink>
          <a:srgbClr val="0563C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4DB35D-F828-4804-B7E1-60B92A21CC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F814F9-2F65-480C-B96A-1EC75F165DA2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9650C8D1-BB0D-442D-91FB-99F6118B09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ONLYOFFICE/9.2.1.8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Document Partner</dc:creator>
  <cp:lastModifiedBy>zoe.plattner@bit.admin.ch</cp:lastModifiedBy>
  <cp:revision>499</cp:revision>
  <dcterms:created xsi:type="dcterms:W3CDTF">2025-03-19T10:42:03Z</dcterms:created>
  <dcterms:modified xsi:type="dcterms:W3CDTF">2026-02-11T10:11:47Z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äsentationsdatum">
    <vt:lpwstr>/data:Dokument/data:Erstellungsdatum/data:Langformat</vt:lpwstr>
  </property>
  <property fmtid="{D5CDD505-2E9C-101B-9397-08002B2CF9AE}" pid="3" name="Autor Nachname">
    <vt:lpwstr>/data:Dokument/data:Benutzer/data:Person/data:Nachname</vt:lpwstr>
  </property>
  <property fmtid="{D5CDD505-2E9C-101B-9397-08002B2CF9AE}" pid="4" name="Autor Vorname">
    <vt:lpwstr>/data:Dokument/data:Benutzer/data:Person/data:Vorname</vt:lpwstr>
  </property>
  <property fmtid="{D5CDD505-2E9C-101B-9397-08002B2CF9AE}" pid="5" name="FF Nachname">
    <vt:lpwstr>/data:Dokument/data:Absender/data:Fuss/data:Person/data:Nachname</vt:lpwstr>
  </property>
  <property fmtid="{D5CDD505-2E9C-101B-9397-08002B2CF9AE}" pid="6" name="FF Vorname">
    <vt:lpwstr>/data:Dokument/data:Absender/data:Fuss/data:Person/data:Vorname</vt:lpwstr>
  </property>
</Properties>
</file>